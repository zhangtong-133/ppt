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c913f405c4dab" /><Relationship Type="http://schemas.openxmlformats.org/officeDocument/2006/relationships/extended-properties" Target="/docProps/app.xml" Id="Rcb1ffa7af0b44e79" /><Relationship Type="http://schemas.openxmlformats.org/officeDocument/2006/relationships/officeDocument" Target="/ppt/presentation.xml" Id="Rf0ff261a4939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da71c326d4c6a"/>
  </p:sldMasterIdLst>
  <p:notesMasterIdLst>
    <p:notesMasterId xmlns:r="http://schemas.openxmlformats.org/officeDocument/2006/relationships" r:id="R90ee110a57b64c71"/>
  </p:notesMasterIdLst>
  <p:sldIdLst>
    <p:sldId xmlns:r="http://schemas.openxmlformats.org/officeDocument/2006/relationships" id="256" r:id="R5e0d893fa02e4172"/>
    <p:sldId xmlns:r="http://schemas.openxmlformats.org/officeDocument/2006/relationships" id="257" r:id="Reb9a7a230e574ac9"/>
    <p:sldId xmlns:r="http://schemas.openxmlformats.org/officeDocument/2006/relationships" id="258" r:id="R6b4c993df04b4b0f"/>
    <p:sldId xmlns:r="http://schemas.openxmlformats.org/officeDocument/2006/relationships" id="259" r:id="R71631921d3324f4b"/>
    <p:sldId xmlns:r="http://schemas.openxmlformats.org/officeDocument/2006/relationships" id="260" r:id="R0b4b2a5fe3734096"/>
    <p:sldId xmlns:r="http://schemas.openxmlformats.org/officeDocument/2006/relationships" id="261" r:id="R760b93c25d1b4377"/>
    <p:sldId xmlns:r="http://schemas.openxmlformats.org/officeDocument/2006/relationships" id="262" r:id="R8818e1fbf068421f"/>
    <p:sldId xmlns:r="http://schemas.openxmlformats.org/officeDocument/2006/relationships" id="263" r:id="R90a5b5bd9a7642c8"/>
    <p:sldId xmlns:r="http://schemas.openxmlformats.org/officeDocument/2006/relationships" id="264" r:id="Rf22485ad12fe44d5"/>
    <p:sldId xmlns:r="http://schemas.openxmlformats.org/officeDocument/2006/relationships" id="265" r:id="Rc5ad5c07a48148ff"/>
    <p:sldId xmlns:r="http://schemas.openxmlformats.org/officeDocument/2006/relationships" id="266" r:id="R1ba5edc68f66420b"/>
    <p:sldId xmlns:r="http://schemas.openxmlformats.org/officeDocument/2006/relationships" id="267" r:id="Ra90e95086a7c49df"/>
    <p:sldId xmlns:r="http://schemas.openxmlformats.org/officeDocument/2006/relationships" id="268" r:id="Rf7e6bbcdfbbd42b9"/>
    <p:sldId xmlns:r="http://schemas.openxmlformats.org/officeDocument/2006/relationships" id="269" r:id="R8630959109be4724"/>
    <p:sldId xmlns:r="http://schemas.openxmlformats.org/officeDocument/2006/relationships" id="270" r:id="Rbe4286ccb5d14d13"/>
    <p:sldId xmlns:r="http://schemas.openxmlformats.org/officeDocument/2006/relationships" id="271" r:id="R1230c30fbe914e35"/>
    <p:sldId xmlns:r="http://schemas.openxmlformats.org/officeDocument/2006/relationships" id="272" r:id="Ra7f6f8826afd4f56"/>
    <p:sldId xmlns:r="http://schemas.openxmlformats.org/officeDocument/2006/relationships" id="273" r:id="Rc8c83a8e6c5c430e"/>
    <p:sldId xmlns:r="http://schemas.openxmlformats.org/officeDocument/2006/relationships" id="274" r:id="R0580f84d6b4449fb"/>
    <p:sldId xmlns:r="http://schemas.openxmlformats.org/officeDocument/2006/relationships" id="275" r:id="Rd4734d2077f947a1"/>
    <p:sldId xmlns:r="http://schemas.openxmlformats.org/officeDocument/2006/relationships" id="276" r:id="Rd3e43267a82542ae"/>
    <p:sldId xmlns:r="http://schemas.openxmlformats.org/officeDocument/2006/relationships" id="277" r:id="R44863998af28461d"/>
    <p:sldId xmlns:r="http://schemas.openxmlformats.org/officeDocument/2006/relationships" id="278" r:id="R863e942140bc4088"/>
    <p:sldId xmlns:r="http://schemas.openxmlformats.org/officeDocument/2006/relationships" id="279" r:id="R0aa736bf004e4dc1"/>
    <p:sldId xmlns:r="http://schemas.openxmlformats.org/officeDocument/2006/relationships" id="280" r:id="R34c3fba00a7942f1"/>
    <p:sldId xmlns:r="http://schemas.openxmlformats.org/officeDocument/2006/relationships" id="281" r:id="Racfefde3d75e483b"/>
    <p:sldId xmlns:r="http://schemas.openxmlformats.org/officeDocument/2006/relationships" id="282" r:id="R94fd7deee9c84aad"/>
    <p:sldId xmlns:r="http://schemas.openxmlformats.org/officeDocument/2006/relationships" id="283" r:id="Rbf1aaadbf5934a0f"/>
    <p:sldId xmlns:r="http://schemas.openxmlformats.org/officeDocument/2006/relationships" id="284" r:id="R86fdb84fdd804302"/>
    <p:sldId xmlns:r="http://schemas.openxmlformats.org/officeDocument/2006/relationships" id="285" r:id="R5eb6bf86c562474f"/>
    <p:sldId xmlns:r="http://schemas.openxmlformats.org/officeDocument/2006/relationships" id="286" r:id="Re2aece102b5448a4"/>
    <p:sldId xmlns:r="http://schemas.openxmlformats.org/officeDocument/2006/relationships" id="287" r:id="R2cefb318ac3e4215"/>
    <p:sldId xmlns:r="http://schemas.openxmlformats.org/officeDocument/2006/relationships" id="288" r:id="R3e62d1a210e64fc9"/>
    <p:sldId xmlns:r="http://schemas.openxmlformats.org/officeDocument/2006/relationships" id="289" r:id="R2a620f6de1ac4eef"/>
    <p:sldId xmlns:r="http://schemas.openxmlformats.org/officeDocument/2006/relationships" id="290" r:id="R8359660c161b4c7d"/>
    <p:sldId xmlns:r="http://schemas.openxmlformats.org/officeDocument/2006/relationships" id="291" r:id="Rbc1b845d3af748f3"/>
    <p:sldId xmlns:r="http://schemas.openxmlformats.org/officeDocument/2006/relationships" id="292" r:id="Ra943a10a8fd44588"/>
    <p:sldId xmlns:r="http://schemas.openxmlformats.org/officeDocument/2006/relationships" id="293" r:id="Rbac5edf1a26a4473"/>
    <p:sldId xmlns:r="http://schemas.openxmlformats.org/officeDocument/2006/relationships" id="294" r:id="Rbcc4a98081164320"/>
    <p:sldId xmlns:r="http://schemas.openxmlformats.org/officeDocument/2006/relationships" id="295" r:id="R49c60d321c424a99"/>
    <p:sldId xmlns:r="http://schemas.openxmlformats.org/officeDocument/2006/relationships" id="296" r:id="R5709c5b8b5444b14"/>
    <p:sldId xmlns:r="http://schemas.openxmlformats.org/officeDocument/2006/relationships" id="297" r:id="R0d2558e9d6c54f8d"/>
    <p:sldId xmlns:r="http://schemas.openxmlformats.org/officeDocument/2006/relationships" id="298" r:id="Rcffef3ffe65c451c"/>
    <p:sldId xmlns:r="http://schemas.openxmlformats.org/officeDocument/2006/relationships" id="299" r:id="R9f33ef9f2c93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8f7bd8a8c0479e" /><Relationship Type="http://schemas.openxmlformats.org/officeDocument/2006/relationships/slideMaster" Target="/ppt/slideMasters/slideMaster1.xml" Id="Ra42da71c326d4c6a" /><Relationship Type="http://schemas.openxmlformats.org/officeDocument/2006/relationships/notesMaster" Target="/ppt/notesMasters/notesMaster1.xml" Id="R90ee110a57b64c71" /><Relationship Type="http://schemas.openxmlformats.org/officeDocument/2006/relationships/presProps" Target="/ppt/presProps.xml" Id="R186b18195a574879" /><Relationship Type="http://schemas.openxmlformats.org/officeDocument/2006/relationships/tableStyles" Target="/ppt/tableStyles.xml" Id="Re09c7c9771fb441c" /><Relationship Type="http://schemas.openxmlformats.org/officeDocument/2006/relationships/slide" Target="/ppt/slides/slide1.xml" Id="R5e0d893fa02e4172" /><Relationship Type="http://schemas.openxmlformats.org/officeDocument/2006/relationships/slide" Target="/ppt/slides/slide2.xml" Id="Reb9a7a230e574ac9" /><Relationship Type="http://schemas.openxmlformats.org/officeDocument/2006/relationships/slide" Target="/ppt/slides/slide3.xml" Id="R6b4c993df04b4b0f" /><Relationship Type="http://schemas.openxmlformats.org/officeDocument/2006/relationships/slide" Target="/ppt/slides/slide4.xml" Id="R71631921d3324f4b" /><Relationship Type="http://schemas.openxmlformats.org/officeDocument/2006/relationships/slide" Target="/ppt/slides/slide5.xml" Id="R0b4b2a5fe3734096" /><Relationship Type="http://schemas.openxmlformats.org/officeDocument/2006/relationships/slide" Target="/ppt/slides/slide6.xml" Id="R760b93c25d1b4377" /><Relationship Type="http://schemas.openxmlformats.org/officeDocument/2006/relationships/slide" Target="/ppt/slides/slide7.xml" Id="R8818e1fbf068421f" /><Relationship Type="http://schemas.openxmlformats.org/officeDocument/2006/relationships/slide" Target="/ppt/slides/slide8.xml" Id="R90a5b5bd9a7642c8" /><Relationship Type="http://schemas.openxmlformats.org/officeDocument/2006/relationships/slide" Target="/ppt/slides/slide9.xml" Id="Rf22485ad12fe44d5" /><Relationship Type="http://schemas.openxmlformats.org/officeDocument/2006/relationships/slide" Target="/ppt/slides/slide10.xml" Id="Rc5ad5c07a48148ff" /><Relationship Type="http://schemas.openxmlformats.org/officeDocument/2006/relationships/slide" Target="/ppt/slides/slide11.xml" Id="R1ba5edc68f66420b" /><Relationship Type="http://schemas.openxmlformats.org/officeDocument/2006/relationships/slide" Target="/ppt/slides/slide12.xml" Id="Ra90e95086a7c49df" /><Relationship Type="http://schemas.openxmlformats.org/officeDocument/2006/relationships/slide" Target="/ppt/slides/slide13.xml" Id="Rf7e6bbcdfbbd42b9" /><Relationship Type="http://schemas.openxmlformats.org/officeDocument/2006/relationships/slide" Target="/ppt/slides/slide14.xml" Id="R8630959109be4724" /><Relationship Type="http://schemas.openxmlformats.org/officeDocument/2006/relationships/slide" Target="/ppt/slides/slide15.xml" Id="Rbe4286ccb5d14d13" /><Relationship Type="http://schemas.openxmlformats.org/officeDocument/2006/relationships/slide" Target="/ppt/slides/slide16.xml" Id="R1230c30fbe914e35" /><Relationship Type="http://schemas.openxmlformats.org/officeDocument/2006/relationships/slide" Target="/ppt/slides/slide17.xml" Id="Ra7f6f8826afd4f56" /><Relationship Type="http://schemas.openxmlformats.org/officeDocument/2006/relationships/slide" Target="/ppt/slides/slide18.xml" Id="Rc8c83a8e6c5c430e" /><Relationship Type="http://schemas.openxmlformats.org/officeDocument/2006/relationships/slide" Target="/ppt/slides/slide19.xml" Id="R0580f84d6b4449fb" /><Relationship Type="http://schemas.openxmlformats.org/officeDocument/2006/relationships/slide" Target="/ppt/slides/slide20.xml" Id="Rd4734d2077f947a1" /><Relationship Type="http://schemas.openxmlformats.org/officeDocument/2006/relationships/slide" Target="/ppt/slides/slide21.xml" Id="Rd3e43267a82542ae" /><Relationship Type="http://schemas.openxmlformats.org/officeDocument/2006/relationships/slide" Target="/ppt/slides/slide22.xml" Id="R44863998af28461d" /><Relationship Type="http://schemas.openxmlformats.org/officeDocument/2006/relationships/slide" Target="/ppt/slides/slide23.xml" Id="R863e942140bc4088" /><Relationship Type="http://schemas.openxmlformats.org/officeDocument/2006/relationships/slide" Target="/ppt/slides/slide24.xml" Id="R0aa736bf004e4dc1" /><Relationship Type="http://schemas.openxmlformats.org/officeDocument/2006/relationships/slide" Target="/ppt/slides/slide25.xml" Id="R34c3fba00a7942f1" /><Relationship Type="http://schemas.openxmlformats.org/officeDocument/2006/relationships/slide" Target="/ppt/slides/slide26.xml" Id="Racfefde3d75e483b" /><Relationship Type="http://schemas.openxmlformats.org/officeDocument/2006/relationships/slide" Target="/ppt/slides/slide27.xml" Id="R94fd7deee9c84aad" /><Relationship Type="http://schemas.openxmlformats.org/officeDocument/2006/relationships/slide" Target="/ppt/slides/slide28.xml" Id="Rbf1aaadbf5934a0f" /><Relationship Type="http://schemas.openxmlformats.org/officeDocument/2006/relationships/slide" Target="/ppt/slides/slide29.xml" Id="R86fdb84fdd804302" /><Relationship Type="http://schemas.openxmlformats.org/officeDocument/2006/relationships/slide" Target="/ppt/slides/slide30.xml" Id="R5eb6bf86c562474f" /><Relationship Type="http://schemas.openxmlformats.org/officeDocument/2006/relationships/slide" Target="/ppt/slides/slide31.xml" Id="Re2aece102b5448a4" /><Relationship Type="http://schemas.openxmlformats.org/officeDocument/2006/relationships/slide" Target="/ppt/slides/slide32.xml" Id="R2cefb318ac3e4215" /><Relationship Type="http://schemas.openxmlformats.org/officeDocument/2006/relationships/slide" Target="/ppt/slides/slide33.xml" Id="R3e62d1a210e64fc9" /><Relationship Type="http://schemas.openxmlformats.org/officeDocument/2006/relationships/slide" Target="/ppt/slides/slide34.xml" Id="R2a620f6de1ac4eef" /><Relationship Type="http://schemas.openxmlformats.org/officeDocument/2006/relationships/slide" Target="/ppt/slides/slide35.xml" Id="R8359660c161b4c7d" /><Relationship Type="http://schemas.openxmlformats.org/officeDocument/2006/relationships/slide" Target="/ppt/slides/slide36.xml" Id="Rbc1b845d3af748f3" /><Relationship Type="http://schemas.openxmlformats.org/officeDocument/2006/relationships/slide" Target="/ppt/slides/slide37.xml" Id="Ra943a10a8fd44588" /><Relationship Type="http://schemas.openxmlformats.org/officeDocument/2006/relationships/slide" Target="/ppt/slides/slide38.xml" Id="Rbac5edf1a26a4473" /><Relationship Type="http://schemas.openxmlformats.org/officeDocument/2006/relationships/slide" Target="/ppt/slides/slide39.xml" Id="Rbcc4a98081164320" /><Relationship Type="http://schemas.openxmlformats.org/officeDocument/2006/relationships/slide" Target="/ppt/slides/slide40.xml" Id="R49c60d321c424a99" /><Relationship Type="http://schemas.openxmlformats.org/officeDocument/2006/relationships/slide" Target="/ppt/slides/slide41.xml" Id="R5709c5b8b5444b14" /><Relationship Type="http://schemas.openxmlformats.org/officeDocument/2006/relationships/slide" Target="/ppt/slides/slide42.xml" Id="R0d2558e9d6c54f8d" /><Relationship Type="http://schemas.openxmlformats.org/officeDocument/2006/relationships/slide" Target="/ppt/slides/slide43.xml" Id="Rcffef3ffe65c451c" /><Relationship Type="http://schemas.openxmlformats.org/officeDocument/2006/relationships/slide" Target="/ppt/slides/slide44.xml" Id="R9f33ef9f2c93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8a95668b1848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de5488f48b4ec4" /><Relationship Type="http://schemas.openxmlformats.org/officeDocument/2006/relationships/notesMaster" Target="/ppt/notesMasters/notesMaster1.xml" Id="Rca343e9da16a40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133c15ee74df9" /><Relationship Type="http://schemas.openxmlformats.org/officeDocument/2006/relationships/notesMaster" Target="/ppt/notesMasters/notesMaster1.xml" Id="Raa555dfd9a81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5e582d34454356" /><Relationship Type="http://schemas.openxmlformats.org/officeDocument/2006/relationships/notesMaster" Target="/ppt/notesMasters/notesMaster1.xml" Id="R9cfc9a658d73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70cec736a4351" /><Relationship Type="http://schemas.openxmlformats.org/officeDocument/2006/relationships/notesMaster" Target="/ppt/notesMasters/notesMaster1.xml" Id="Rc521623a7019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2f0ae4e62a4586" /><Relationship Type="http://schemas.openxmlformats.org/officeDocument/2006/relationships/notesMaster" Target="/ppt/notesMasters/notesMaster1.xml" Id="R13575d98e5b143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d11e1f0bf94f85" /><Relationship Type="http://schemas.openxmlformats.org/officeDocument/2006/relationships/notesMaster" Target="/ppt/notesMasters/notesMaster1.xml" Id="Re38bc6949601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ceccbb250b41f6" /><Relationship Type="http://schemas.openxmlformats.org/officeDocument/2006/relationships/notesMaster" Target="/ppt/notesMasters/notesMaster1.xml" Id="R8c6fef70386448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09d9af387849e2" /><Relationship Type="http://schemas.openxmlformats.org/officeDocument/2006/relationships/notesMaster" Target="/ppt/notesMasters/notesMaster1.xml" Id="Rcad4c48bac8a41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08db05c5e74b02" /><Relationship Type="http://schemas.openxmlformats.org/officeDocument/2006/relationships/notesMaster" Target="/ppt/notesMasters/notesMaster1.xml" Id="R879ca912a2c744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f57237fe464af1" /><Relationship Type="http://schemas.openxmlformats.org/officeDocument/2006/relationships/notesMaster" Target="/ppt/notesMasters/notesMaster1.xml" Id="R9b19abb3a2f944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c5e984427144f5" /><Relationship Type="http://schemas.openxmlformats.org/officeDocument/2006/relationships/notesMaster" Target="/ppt/notesMasters/notesMaster1.xml" Id="Re32c2c69d76043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54c2db8e34f44" /><Relationship Type="http://schemas.openxmlformats.org/officeDocument/2006/relationships/notesMaster" Target="/ppt/notesMasters/notesMaster1.xml" Id="R9fa4257053e84f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280475483046ce" /><Relationship Type="http://schemas.openxmlformats.org/officeDocument/2006/relationships/notesMaster" Target="/ppt/notesMasters/notesMaster1.xml" Id="Rdbca659e023744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2bc7656e134f51" /><Relationship Type="http://schemas.openxmlformats.org/officeDocument/2006/relationships/notesMaster" Target="/ppt/notesMasters/notesMaster1.xml" Id="R44cf6f83d19c43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0ba00413c047de" /><Relationship Type="http://schemas.openxmlformats.org/officeDocument/2006/relationships/notesMaster" Target="/ppt/notesMasters/notesMaster1.xml" Id="Rfdb8b58055b549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76e28ef30f4b2c" /><Relationship Type="http://schemas.openxmlformats.org/officeDocument/2006/relationships/notesMaster" Target="/ppt/notesMasters/notesMaster1.xml" Id="R62e57bb227de44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76429723ea4984" /><Relationship Type="http://schemas.openxmlformats.org/officeDocument/2006/relationships/notesMaster" Target="/ppt/notesMasters/notesMaster1.xml" Id="Rcfa9e936fe9a4f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aba2757cf04cea" /><Relationship Type="http://schemas.openxmlformats.org/officeDocument/2006/relationships/notesMaster" Target="/ppt/notesMasters/notesMaster1.xml" Id="Rd273304f325247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cd8141e06249cc" /><Relationship Type="http://schemas.openxmlformats.org/officeDocument/2006/relationships/notesMaster" Target="/ppt/notesMasters/notesMaster1.xml" Id="Rb37f87d6ff3b45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33d816ea214cf8" /><Relationship Type="http://schemas.openxmlformats.org/officeDocument/2006/relationships/notesMaster" Target="/ppt/notesMasters/notesMaster1.xml" Id="R9f3e6dd876f44f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f859d8602842c0" /><Relationship Type="http://schemas.openxmlformats.org/officeDocument/2006/relationships/notesMaster" Target="/ppt/notesMasters/notesMaster1.xml" Id="Rd18938e5b9ef40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cd62c76d754662" /><Relationship Type="http://schemas.openxmlformats.org/officeDocument/2006/relationships/notesMaster" Target="/ppt/notesMasters/notesMaster1.xml" Id="Rb693b1a2042e4b9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ab6c3c49b141bf" /><Relationship Type="http://schemas.openxmlformats.org/officeDocument/2006/relationships/notesMaster" Target="/ppt/notesMasters/notesMaster1.xml" Id="Rdffe256ac6e840e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f2901efca448bb" /><Relationship Type="http://schemas.openxmlformats.org/officeDocument/2006/relationships/notesMaster" Target="/ppt/notesMasters/notesMaster1.xml" Id="Re1722a5d552f46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0bd23c3ee141df" /><Relationship Type="http://schemas.openxmlformats.org/officeDocument/2006/relationships/notesMaster" Target="/ppt/notesMasters/notesMaster1.xml" Id="R5c5a2d56445345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20d44b258af4918" /><Relationship Type="http://schemas.openxmlformats.org/officeDocument/2006/relationships/notesMaster" Target="/ppt/notesMasters/notesMaster1.xml" Id="Rcc094aa2f27042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712be7e4214c81" /><Relationship Type="http://schemas.openxmlformats.org/officeDocument/2006/relationships/notesMaster" Target="/ppt/notesMasters/notesMaster1.xml" Id="R8c7d03b118914b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7f9d7fab3c451b" /><Relationship Type="http://schemas.openxmlformats.org/officeDocument/2006/relationships/notesMaster" Target="/ppt/notesMasters/notesMaster1.xml" Id="Rde01e46f5ee948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89126343ad4339" /><Relationship Type="http://schemas.openxmlformats.org/officeDocument/2006/relationships/notesMaster" Target="/ppt/notesMasters/notesMaster1.xml" Id="R2fbbc6b11f7c42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5ebf6426a794c4a" /><Relationship Type="http://schemas.openxmlformats.org/officeDocument/2006/relationships/notesMaster" Target="/ppt/notesMasters/notesMaster1.xml" Id="R9f9259921171442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558fa7ad59645cd" /><Relationship Type="http://schemas.openxmlformats.org/officeDocument/2006/relationships/notesMaster" Target="/ppt/notesMasters/notesMaster1.xml" Id="R34afd44b234848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09568be9d54ea5" /><Relationship Type="http://schemas.openxmlformats.org/officeDocument/2006/relationships/notesMaster" Target="/ppt/notesMasters/notesMaster1.xml" Id="R281d60defcc147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65cc94309d34c20" /><Relationship Type="http://schemas.openxmlformats.org/officeDocument/2006/relationships/notesMaster" Target="/ppt/notesMasters/notesMaster1.xml" Id="R05402cde9657458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03911253a74f20" /><Relationship Type="http://schemas.openxmlformats.org/officeDocument/2006/relationships/notesMaster" Target="/ppt/notesMasters/notesMaster1.xml" Id="R4d43bb2f4105453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75f5d247ad74005" /><Relationship Type="http://schemas.openxmlformats.org/officeDocument/2006/relationships/notesMaster" Target="/ppt/notesMasters/notesMaster1.xml" Id="R1c67ca86930a43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ae00e3034842b1" /><Relationship Type="http://schemas.openxmlformats.org/officeDocument/2006/relationships/notesMaster" Target="/ppt/notesMasters/notesMaster1.xml" Id="Rd582013be4fc463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bb07f9256854aa6" /><Relationship Type="http://schemas.openxmlformats.org/officeDocument/2006/relationships/notesMaster" Target="/ppt/notesMasters/notesMaster1.xml" Id="R10c2d201c11445a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f8f229ddd174761" /><Relationship Type="http://schemas.openxmlformats.org/officeDocument/2006/relationships/notesMaster" Target="/ppt/notesMasters/notesMaster1.xml" Id="R1d5a53857f1d4b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96fdf7d8c34b72" /><Relationship Type="http://schemas.openxmlformats.org/officeDocument/2006/relationships/notesMaster" Target="/ppt/notesMasters/notesMaster1.xml" Id="Rc451a2932e9f471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9a6f1d3539d4e01" /><Relationship Type="http://schemas.openxmlformats.org/officeDocument/2006/relationships/notesMaster" Target="/ppt/notesMasters/notesMaster1.xml" Id="R25fcaa2ea00c47b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0382be8189b4e07" /><Relationship Type="http://schemas.openxmlformats.org/officeDocument/2006/relationships/notesMaster" Target="/ppt/notesMasters/notesMaster1.xml" Id="R747b7923a23a4bc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e24f9163e404de8" /><Relationship Type="http://schemas.openxmlformats.org/officeDocument/2006/relationships/notesMaster" Target="/ppt/notesMasters/notesMaster1.xml" Id="Rb948ee542791473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9970a150cbc493d" /><Relationship Type="http://schemas.openxmlformats.org/officeDocument/2006/relationships/notesMaster" Target="/ppt/notesMasters/notesMaster1.xml" Id="Re43a3c922a2348e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546270757a048e0" /><Relationship Type="http://schemas.openxmlformats.org/officeDocument/2006/relationships/notesMaster" Target="/ppt/notesMasters/notesMaster1.xml" Id="Rbccc62a3b09e4e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提出一个具体问题：模型说“我去查日志”之后，究竟是谁去查？让听众带着这个问题进入第一章。全程使用同一个服务超时案例，最后迁移到行情延迟。适合拆成两次学习：第一次学运行与记忆，第二次学验证与业务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面向刚接触 Agent 的后端研发团队。建议分两次讲解，第一讲第 3–24 页，第二讲第 27–37 页；也可作为约 45–60 分钟分享的底稿。这里的 harness 指围绕模型运行的工程支撑层，是教学用的架构概括，并不对应 Codex 中单独一个同名 crate。代码基线固定为 517f51a6f7101e2bda4c96cbd0605f8c55aba20b。示例中的服务、工具和业务数据均为教学设定，未做生产验证。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源码用来解释机制，不要求听众记住 Rust 语法。初学者先看页面上的例子，再沿页脚入口阅读。第 41 页给出阅读时需要回答的问题。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六个模块逐层展开。第一遍重点理解第 3–10 页和第 16–23 页。第 11–13 页的工具发现、Code Mode 和多 Agent 是可选进阶。测试与可靠性属于基础工程能力，应和最小系统一起建设。第 41 页提供按问题选择的源码阅读路线。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这里是教学分类。Agent 的价值来自根据新观察调整行动，而不是多发几次模型请求。对于明确、稳定的流程，固定工作流往往更容易验证。让听众想一个自己熟悉的后台任务，判断是否真的需要动态决策。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这是教学分类，不是互斥产品类别。模型可以在一次响应中提出工具调用，但真正执行工具、保存结果并发起下一次请求，需要外部程序。固定工作流也可以包含模型步骤。Codex 的 run_turn 注释和循环展示了模型响应与工具执行之间的往返。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 的核心不是一段 while 循环本身，而是管理一次任务在模型、工具和外部环境之间的持续交互。模型提出行动，运行程序决定是否允许执行，记录真实结果，再用这些观察组织下一次请求。判断可以具有不确定性，权限校验、调用配对和终止条件应尽可能由确定性程序保证。工具与检索内容是外部证据，不能因为进入上下文就升级为系统指令。Codex 的职责分散在 core、rollout、memories/write 和 ext/memories，不对应单独一个 harness 文件。学习目标是借鉴职责与接口，而不是复制整个仓库。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这里展示同一任务中的三次模型请求。第一次提出工具调用后，程序执行工具，并将调用与输出一起记入历史。第二次请求能看到这些新内容，才能选择查询 inventory 指标。第三次并不保证一定结束，证据不足时还可能继续。时间、服务和观察均为教学设定，不能把下游超时直接当作根因。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讨论题：想一想：第二次请求如果没有带回日志结果，会发生什么？</a:t>
            </a:r>
          </a:p>
          <a:p xmlns:a="http://schemas.openxmlformats.org/drawingml/2006/main">
            <a:r>
              <a:t>参考答案：模型看不到刚才的观察，可能重复查日志，也可能凭空推断。harness 必须把调用和对应结果纳入后续请求；记录在磁盘上本身不会让模型自动知道。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run_turn：循环体</a:t>
            </a:r>
          </a:p>
          <a:p xmlns:a="http://schemas.openxmlformats.org/drawingml/2006/main">
            <a:r>
              <a:t>codex-rs/core/src/session/turn.rs:423</a:t>
            </a:r>
          </a:p>
          <a:p xmlns:a="http://schemas.openxmlformats.org/drawingml/2006/main">
            <a:r>
              <a:t>https://github.com/openai/codex/blob/517f51a6f7101e2bda4c96cbd0605f8c55aba20b/codex-rs/core/src/session/turn.rs#L423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1【选择方式】固定流程也能调用模型。什么情况下更需要 Agent？请举一个后台任务。</a:t>
            </a:r>
          </a:p>
          <a:p xmlns:a="http://schemas.openxmlformats.org/drawingml/2006/main">
            <a:r>
              <a:t>回看：第 3 页</a:t>
            </a:r>
          </a:p>
          <a:p xmlns:a="http://schemas.openxmlformats.org/drawingml/2006/main">
            <a:r>
              <a:t>答案要点：步骤与分支已知且稳定时，固定工作流更易验证；需要根据新观察动态选择后续查询时，Agent 更有价值。例：读取固定指标生成日报可用工作流；根据错误日志逐步追查未知依赖异常可用 Agent。能用任务的不确定性解释选择，而不是仅以“是否调用大模型”分类。</a:t>
            </a:r>
          </a:p>
          <a:p xmlns:a="http://schemas.openxmlformats.org/drawingml/2006/main">
            <a:r>
              <a:t>误区：调用模型多次就一定是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2【划分职责】模型返回“去查日志”。到真正获得日志之间，还缺哪些程序动作？</a:t>
            </a:r>
          </a:p>
          <a:p xmlns:a="http://schemas.openxmlformats.org/drawingml/2006/main">
            <a:r>
              <a:t>回看：第 4、5 页</a:t>
            </a:r>
          </a:p>
          <a:p xmlns:a="http://schemas.openxmlformats.org/drawingml/2006/main">
            <a:r>
              <a:t>答案要点：至少包括解析调用、查找工具、校验参数与权限、执行、处理超时或失败、记录结果，并把调用与结果送入下一次模型请求。能区分提出行动和实际执行，并说明事实来源是工具结果。</a:t>
            </a:r>
          </a:p>
          <a:p xmlns:a="http://schemas.openxmlformats.org/drawingml/2006/main">
            <a:r>
              <a:t>误区：模型声称查过就视为已执行。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3【解释往返】同一任务第二次请求没有带回第一次工具结果，会怎样？</a:t>
            </a:r>
          </a:p>
          <a:p xmlns:a="http://schemas.openxmlformats.org/drawingml/2006/main">
            <a:r>
              <a:t>回看：第 5、7 页</a:t>
            </a:r>
          </a:p>
          <a:p xmlns:a="http://schemas.openxmlformats.org/drawingml/2006/main">
            <a:r>
              <a:t>答案要点：模型无法依据刚得到的观察选择下一步，可能重复查询或无依据推断。记录在磁盘上不等于模型已经看到；harness 需要构造包含相关调用与结果的请求。</a:t>
            </a:r>
          </a:p>
          <a:p xmlns:a="http://schemas.openxmlformats.org/drawingml/2006/main">
            <a:r>
              <a:t>误区：模型会自动记住外部程序刚做过什么。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4【更换模型】换成另一个模型后，哪些能力必须保持？哪些效果需要重新评估？</a:t>
            </a:r>
          </a:p>
          <a:p xmlns:a="http://schemas.openxmlformats.org/drawingml/2006/main">
            <a:r>
              <a:t>回看：第 4 页</a:t>
            </a:r>
          </a:p>
          <a:p xmlns:a="http://schemas.openxmlformats.org/drawingml/2006/main">
            <a:r>
              <a:t>答案要点：权限、参数校验、调用配对、状态记录与停止边界应由程序维持。工具选择、推理与结论质量需要重新评估。完整回答还应指出模型协议适配可能需要调整。</a:t>
            </a:r>
          </a:p>
          <a:p xmlns:a="http://schemas.openxmlformats.org/drawingml/2006/main">
            <a:r>
              <a:t>误区：把授权与预算只写在提示词里。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run_turn：循环体</a:t>
            </a:r>
          </a:p>
          <a:p xmlns:a="http://schemas.openxmlformats.org/drawingml/2006/main">
            <a:r>
              <a:t>codex-rs/core/src/session/turn.rs:423</a:t>
            </a:r>
          </a:p>
          <a:p xmlns:a="http://schemas.openxmlformats.org/drawingml/2006/main">
            <a:r>
              <a:t>https://github.com/openai/codex/blob/517f51a6f7101e2bda4c96cbd0605f8c55aba20b/codex-rs/core/src/session/turn.rs#L423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run_sampling_request</a:t>
            </a:r>
          </a:p>
          <a:p xmlns:a="http://schemas.openxmlformats.org/drawingml/2006/main">
            <a:r>
              <a:t>codex-rs/core/src/session/turn.rs:1584</a:t>
            </a:r>
          </a:p>
          <a:p xmlns:a="http://schemas.openxmlformats.org/drawingml/2006/main">
            <a:r>
              <a:t>https://github.com/openai/codex/blob/517f51a6f7101e2bda4c96cbd0605f8c55aba20b/codex-rs/core/src/session/turn.rs#L1584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伪码是可用于搭建自己系统的职责示意，不是 Codex 原样代码。state.append 在这里代表记录调用与结果的抽象，不自动等于磁盘写入已经完成。持久化需定义确认点，并处理执行成功但结果未保存的中断窗口。model.step 可以先封装非流式请求，之后再处理流式事件与取消。tools.run 先做注册表查询、参数校验和授权，再执行具体工具，并限制时间与返回规模。预算包括实际模型调用、工具调用及总截止时间，重试也要计数。for 循环里每次调用前也应检查取消和剩余预算。模型请求失败需要单独区分可重试与不可重试，不能把错误当作最终回答。真实 Codex run_turn 还处理输入、压缩、hooks 等，run_sampling_request 负责模型请求相关逻辑。第一版保留清晰边界后，再增加并行等优化。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run_sampling_request</a:t>
            </a:r>
          </a:p>
          <a:p xmlns:a="http://schemas.openxmlformats.org/drawingml/2006/main">
            <a:r>
              <a:t>codex-rs/core/src/session/turn.rs:1584</a:t>
            </a:r>
          </a:p>
          <a:p xmlns:a="http://schemas.openxmlformats.org/drawingml/2006/main">
            <a:r>
              <a:t>https://github.com/openai/codex/blob/517f51a6f7101e2bda4c96cbd0605f8c55aba20b/codex-rs/core/src/session/turn.rs#L1584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query_errors 是教学工具，不是 Codex 内置接口。时间窗口应使用含日期与时区的明确值，limit 表示结果数量上限。工具契约至少说明输入类型、单位、结果结构和失败类型。比如查询成功但没有记录，不等于日志服务不可用。call_id 用于关联调用与结果，不能代替认证、授权或业务幂等键。Codex 的 ToolCall 可作为调用结构参考，ToolOrchestrator 展示其接入工具的审批与执行编排。业务 API 的租户隔离和数据权限仍由服务端校验。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工具并行让多次独立操作同时执行，仍可以由同一个模型决策循环管理。多 Agent 则引入各自推进的任务状态和模型推理。查询独立只是并行的必要判断之一，还需要工具声明允许、后端限流可承受。Codex 的 tool_supports_parallel 在缺少声明时默认返回 false。子 Agent 是否值得使用，取决于独立查证的收益是否超过任务分配、上下文重复与汇总成本，不能默认更快或更准。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tool_supports_parallel</a:t>
            </a:r>
          </a:p>
          <a:p xmlns:a="http://schemas.openxmlformats.org/drawingml/2006/main">
            <a:r>
              <a:t>codex-rs/core/src/tools/router.rs:233</a:t>
            </a:r>
          </a:p>
          <a:p xmlns:a="http://schemas.openxmlformats.org/drawingml/2006/main">
            <a:r>
              <a:t>https://github.com/openai/codex/blob/517f51a6f7101e2bda4c96cbd0605f8c55aba20b/codex-rs/core/src/tools/router.rs#L233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spawn_agent</a:t>
            </a:r>
          </a:p>
          <a:p xmlns:a="http://schemas.openxmlformats.org/drawingml/2006/main">
            <a:r>
              <a:t>codex-rs/core/src/agent/control/spawn.rs:254</a:t>
            </a:r>
          </a:p>
          <a:p xmlns:a="http://schemas.openxmlformats.org/drawingml/2006/main">
            <a:r>
              <a:t>https://github.com/openai/codex/blob/517f51a6f7101e2bda4c96cbd0605f8c55aba20b/codex-rs/core/src/agent/control/spawn.rs#L254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read_file_tools_run_in_parallel</a:t>
            </a:r>
          </a:p>
          <a:p xmlns:a="http://schemas.openxmlformats.org/drawingml/2006/main">
            <a:r>
              <a:t>codex-rs/core/tests/suite/tool_parallelism.rs:93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先用这个例子解释取消与重试，再回到权限：允许执行的动作仍需经过相应授权。ToolOrchestrator 处理接入其抽象的工具审批、沙箱和相关重试，不会自动为业务系统提供 exactly-once。沙箱拒绝后的重试也不能直接套到所有网络或生产操作。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 为接入其抽象的执行工具处理审批、沙箱与相关重试，不代表任意业务 MCP 工具自动具备等价隔离。run_turn 接收 CancellationToken。取消推理或停止等待并不保证外部写操作撤销，业务侧需补偿或结果确认。源码里的沙箱拒绝后重试不等价于通用网络重试策略。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工具发现解决的是模型如何找到可用能力，而不是直接查询业务数据。Codex 的 ToolSearchHandler 从延迟暴露的工具来源构建搜索信息，handle 校验 query 和 limit，返回 ToolSearchOutput。空搜索结果不能推导业务系统没有异常。工具名称相似也不能证明语义相同，必须核对参数、单位与权限。通用设计中，工具数量少时可以直接提供定义；工具目录变大后，再评估按需发现是否减少无关输入，同时测试能否搜到正确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ToolSearchHandler::handle：搜索并返回工具</a:t>
            </a:r>
          </a:p>
          <a:p xmlns:a="http://schemas.openxmlformats.org/drawingml/2006/main">
            <a:r>
              <a:t>codex-rs/core/src/tools/handlers/tool_search.rs:224</a:t>
            </a:r>
          </a:p>
          <a:p xmlns:a="http://schemas.openxmlformats.org/drawingml/2006/main">
            <a:r>
              <a:t>https://github.com/openai/codex/blob/517f51a6f7101e2bda4c96cbd0605f8c55aba20b/codex-rs/core/src/tools/handlers/tool_search.rs#L224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ToolSearchHandlerCache::get_or_build</a:t>
            </a:r>
          </a:p>
          <a:p xmlns:a="http://schemas.openxmlformats.org/drawingml/2006/main">
            <a:r>
              <a:t>codex-rs/core/src/tools/handlers/tool_search.rs:52</a:t>
            </a:r>
          </a:p>
          <a:p xmlns:a="http://schemas.openxmlformats.org/drawingml/2006/main">
            <a:r>
              <a:t>https://github.com/openai/codex/blob/517f51a6f7101e2bda4c96cbd0605f8c55aba20b/codex-rs/core/src/tools/handlers/tool_search.rs#L52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这里是通用伪码，不是 Codex 可直接运行的 API。Code Mode 让模型用代码组织已暴露工具和处理结果，减少把每条原始数据都交给模型的需要。Codex 的 execute_handler 解析代码，收集 enabled_tools，提交执行单元并处理初次结果；执行单元可能让出控制权后继续运行。yield_time_ms 不是总执行截止时间，不能混同于 timeout。代码中的并行仍受运行时能力、权限及后端限制约束。筛选阈值和单位由业务契约给定，不能让模型临时猜测。失败必须单列，否则“没有异常”可能只是查询没有成功。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CodeModeExecuteHandler::execute</a:t>
            </a:r>
          </a:p>
          <a:p xmlns:a="http://schemas.openxmlformats.org/drawingml/2006/main">
            <a:r>
              <a:t>codex-rs/core/src/tools/code_mode/execute_handler.rs:34</a:t>
            </a:r>
          </a:p>
          <a:p xmlns:a="http://schemas.openxmlformats.org/drawingml/2006/main">
            <a:r>
              <a:t>https://github.com/openai/codex/blob/517f51a6f7101e2bda4c96cbd0605f8c55aba20b/codex-rs/core/src/tools/code_mode/execute_handler.rs#L34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这是业务设计示例，Codex 的 spawn_agent 说明独立 agent thread 的创建入口，并不等于已实现本例的自动角色分配或证据裁决。子任务应包含目标、范围、可用工具和交付格式。传递与子任务相关的上下文，避免无条件复制整个历史。主 Agent 还需处理子任务失败、超时、取消以及共享资源冲突。独立子任务仍会消耗模型调用和工具配额。对时间口径不一致的两份报告，直接合并可能制造错误结论。讨论题参考答案：先核对范围与证据，再补查，不能投票判断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spawn_agent</a:t>
            </a:r>
          </a:p>
          <a:p xmlns:a="http://schemas.openxmlformats.org/drawingml/2006/main">
            <a:r>
              <a:t>codex-rs/core/src/agent/control/spawn.rs:254</a:t>
            </a:r>
          </a:p>
          <a:p xmlns:a="http://schemas.openxmlformats.org/drawingml/2006/main">
            <a:r>
              <a:t>https://github.com/openai/codex/blob/517f51a6f7101e2bda4c96cbd0605f8c55aba20b/codex-rs/core/src/agent/control/spawn.rs#L254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ensure_execution_capacity</a:t>
            </a:r>
          </a:p>
          <a:p xmlns:a="http://schemas.openxmlformats.org/drawingml/2006/main">
            <a:r>
              <a:t>codex-rs/core/src/agent/control/execution.rs:48</a:t>
            </a:r>
          </a:p>
          <a:p xmlns:a="http://schemas.openxmlformats.org/drawingml/2006/main">
            <a:r>
              <a:t>https://github.com/openai/codex/blob/517f51a6f7101e2bda4c96cbd0605f8c55aba20b/codex-rs/core/src/agent/control/execution.rs#L48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5【工具契约】空结果、权限拒绝、查询超时，能否都返回空数组？调用编号解决什么问题？</a:t>
            </a:r>
          </a:p>
          <a:p xmlns:a="http://schemas.openxmlformats.org/drawingml/2006/main">
            <a:r>
              <a:t>回看：第 8 页</a:t>
            </a:r>
          </a:p>
          <a:p xmlns:a="http://schemas.openxmlformats.org/drawingml/2006/main">
            <a:r>
              <a:t>答案要点：不能。三者分别是查询成功但无记录、禁止执行、执行结果未按时获得，后续处理不同。call_id 只将调用与结果关联，不提供权限校验，也不是业务幂等键。</a:t>
            </a:r>
          </a:p>
          <a:p xmlns:a="http://schemas.openxmlformats.org/drawingml/2006/main">
            <a:r>
              <a:t>误区：没有数据等于没有异常。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6【并行条件】查日志和查 CPU、先找下游再查其指标，这两组行动分别怎样执行？</a:t>
            </a:r>
          </a:p>
          <a:p xmlns:a="http://schemas.openxmlformats.org/drawingml/2006/main">
            <a:r>
              <a:t>回看：第 9 页</a:t>
            </a:r>
          </a:p>
          <a:p xmlns:a="http://schemas.openxmlformats.org/drawingml/2006/main">
            <a:r>
              <a:t>答案要点：前者在参数已知、工具允许且后端限流可承受时可并行；后者存在数据依赖，应先后执行。只读不等于可无限并发，结果仍需正确配对。</a:t>
            </a:r>
          </a:p>
          <a:p xmlns:a="http://schemas.openxmlformats.org/drawingml/2006/main">
            <a:r>
              <a:t>误区：并行必然更好。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7【重试边界】重启请求超时后，为什么不能立即重发？取消等待又意味着什么？</a:t>
            </a:r>
          </a:p>
          <a:p xmlns:a="http://schemas.openxmlformats.org/drawingml/2006/main">
            <a:r>
              <a:t>回看：第 10 页</a:t>
            </a:r>
          </a:p>
          <a:p xmlns:a="http://schemas.openxmlformats.org/drawingml/2006/main">
            <a:r>
              <a:t>答案要点：请求可能已执行，只是响应没到。应查询外部操作状态，或依赖明确的业务幂等机制决定是否重试。取消本地等待不等于撤回已经发生的外部操作。</a:t>
            </a:r>
          </a:p>
          <a:p xmlns:a="http://schemas.openxmlformats.org/drawingml/2006/main">
            <a:r>
              <a:t>误区：超时意味着没执行，取消意味着已回滚。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8【停止条件】模型反复调用失败工具，你的循环应如何退出？重试是否消耗预算？</a:t>
            </a:r>
          </a:p>
          <a:p xmlns:a="http://schemas.openxmlformats.org/drawingml/2006/main">
            <a:r>
              <a:t>回看：第 7 页</a:t>
            </a:r>
          </a:p>
          <a:p xmlns:a="http://schemas.openxmlformats.org/drawingml/2006/main">
            <a:r>
              <a:t>答案要点：程序设置总截止时间和模型、工具调用预算，实际尝试与重试均计数，每个动作前检查。取消传递到运行中的动作，记录停止原因；不能把终止完全交给模型。</a:t>
            </a:r>
          </a:p>
          <a:p xmlns:a="http://schemas.openxmlformats.org/drawingml/2006/main">
            <a:r>
              <a:t>误区：只在最外层检查一次预算，或重试无限续期。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tool_supports_parallel</a:t>
            </a:r>
          </a:p>
          <a:p xmlns:a="http://schemas.openxmlformats.org/drawingml/2006/main">
            <a:r>
              <a:t>codex-rs/core/src/tools/router.rs:233</a:t>
            </a:r>
          </a:p>
          <a:p xmlns:a="http://schemas.openxmlformats.org/drawingml/2006/main">
            <a:r>
              <a:t>https://github.com/openai/codex/blob/517f51a6f7101e2bda4c96cbd0605f8c55aba20b/codex-rs/core/src/tools/router.rs#L233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spawn_agent</a:t>
            </a:r>
          </a:p>
          <a:p xmlns:a="http://schemas.openxmlformats.org/drawingml/2006/main">
            <a:r>
              <a:t>codex-rs/core/src/agent/control/spawn.rs:254</a:t>
            </a:r>
          </a:p>
          <a:p xmlns:a="http://schemas.openxmlformats.org/drawingml/2006/main">
            <a:r>
              <a:t>https://github.com/openai/codex/blob/517f51a6f7101e2bda4c96cbd0605f8c55aba20b/codex-rs/core/src/agent/control/spawn.rs#L254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read_file_tools_run_in_parallel</a:t>
            </a:r>
          </a:p>
          <a:p xmlns:a="http://schemas.openxmlformats.org/drawingml/2006/main">
            <a:r>
              <a:t>codex-rs/core/tests/suite/tool_parallelism.rs:93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run_sampling_request</a:t>
            </a:r>
          </a:p>
          <a:p xmlns:a="http://schemas.openxmlformats.org/drawingml/2006/main">
            <a:r>
              <a:t>codex-rs/core/src/session/turn.rs:1584</a:t>
            </a:r>
          </a:p>
          <a:p xmlns:a="http://schemas.openxmlformats.org/drawingml/2006/main">
            <a:r>
              <a:t>https://github.com/openai/codex/blob/517f51a6f7101e2bda4c96cbd0605f8c55aba20b/codex-rs/core/src/session/turn.rs#L1584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9【工具发现】搜索找到了指标工具，是否已经拿到指标数据？下一步要确认什么？</a:t>
            </a:r>
          </a:p>
          <a:p xmlns:a="http://schemas.openxmlformats.org/drawingml/2006/main">
            <a:r>
              <a:t>回看：第 11 页</a:t>
            </a:r>
          </a:p>
          <a:p xmlns:a="http://schemas.openxmlformats.org/drawingml/2006/main">
            <a:r>
              <a:t>答案要点：没有。搜索返回可用接口信息，还需理解输入、单位、时间窗口和权限，再实际调用取得证据。空搜索结果也不能证明业务没有异常。</a:t>
            </a:r>
          </a:p>
          <a:p xmlns:a="http://schemas.openxmlformats.org/drawingml/2006/main">
            <a:r>
              <a:t>误区：把找到工具当成完成业务查询。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10【Code Mode】批量查询后只输出“异常实例”，可能隐藏什么？代码中还应保留什么？</a:t>
            </a:r>
          </a:p>
          <a:p xmlns:a="http://schemas.openxmlformats.org/drawingml/2006/main">
            <a:r>
              <a:t>回看：第 12 页</a:t>
            </a:r>
          </a:p>
          <a:p xmlns:a="http://schemas.openxmlformats.org/drawingml/2006/main">
            <a:r>
              <a:t>答案要点：可能隐藏部分查询失败、缺失数据和来源。应分别记录成功与失败，保留证据位置、范围以及截断信息。代码适合重复调用和确定性筛选，仍受权限、时限与输出上限约束。</a:t>
            </a:r>
          </a:p>
          <a:p xmlns:a="http://schemas.openxmlformats.org/drawingml/2006/main">
            <a:r>
              <a:t>误区：查询失败的实例被当成正常实例。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11【多 Agent】两个独立查询何时只需并行工具，何时值得交给两个子 Agent？</a:t>
            </a:r>
          </a:p>
          <a:p xmlns:a="http://schemas.openxmlformats.org/drawingml/2006/main">
            <a:r>
              <a:t>回看：第 9、13 页</a:t>
            </a:r>
          </a:p>
          <a:p xmlns:a="http://schemas.openxmlformats.org/drawingml/2006/main">
            <a:r>
              <a:t>答案要点：参数和处理已明确时，一个 Agent 可并行工具。子问题需要独立、多轮查证或不同上下文时，才值得考虑子 Agent，并衡量推理、协调和汇总成本。</a:t>
            </a:r>
          </a:p>
          <a:p xmlns:a="http://schemas.openxmlformats.org/drawingml/2006/main">
            <a:r>
              <a:t>误区：每个工具对应一个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12【汇总证据】两位子 Agent 结论冲突，主 Agent 怎样处理？如何判断拆分是否值得？</a:t>
            </a:r>
          </a:p>
          <a:p xmlns:a="http://schemas.openxmlformats.org/drawingml/2006/main">
            <a:r>
              <a:t>回看：第 13 页</a:t>
            </a:r>
          </a:p>
          <a:p xmlns:a="http://schemas.openxmlformats.org/drawingml/2006/main">
            <a:r>
              <a:t>答案要点：先核对范围、时间口径、引用来源，再补查能区分假设的证据；不能靠投票或自信程度裁决。用相同任务比较结论质量、耗时和成本，考虑失败、取消及资源冲突。</a:t>
            </a:r>
          </a:p>
          <a:p xmlns:a="http://schemas.openxmlformats.org/drawingml/2006/main">
            <a:r>
              <a:t>误区：更多 Agent 必然更准确。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ToolSearchHandler::handle：搜索并返回工具</a:t>
            </a:r>
          </a:p>
          <a:p xmlns:a="http://schemas.openxmlformats.org/drawingml/2006/main">
            <a:r>
              <a:t>codex-rs/core/src/tools/handlers/tool_search.rs:224</a:t>
            </a:r>
          </a:p>
          <a:p xmlns:a="http://schemas.openxmlformats.org/drawingml/2006/main">
            <a:r>
              <a:t>https://github.com/openai/codex/blob/517f51a6f7101e2bda4c96cbd0605f8c55aba20b/codex-rs/core/src/tools/handlers/tool_search.rs#L224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ToolSearchHandlerCache::get_or_build</a:t>
            </a:r>
          </a:p>
          <a:p xmlns:a="http://schemas.openxmlformats.org/drawingml/2006/main">
            <a:r>
              <a:t>codex-rs/core/src/tools/handlers/tool_search.rs:52</a:t>
            </a:r>
          </a:p>
          <a:p xmlns:a="http://schemas.openxmlformats.org/drawingml/2006/main">
            <a:r>
              <a:t>https://github.com/openai/codex/blob/517f51a6f7101e2bda4c96cbd0605f8c55aba20b/codex-rs/core/src/tools/handlers/tool_search.rs#L52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CodeModeExecuteHandler::execute</a:t>
            </a:r>
          </a:p>
          <a:p xmlns:a="http://schemas.openxmlformats.org/drawingml/2006/main">
            <a:r>
              <a:t>codex-rs/core/src/tools/code_mode/execute_handler.rs:34</a:t>
            </a:r>
          </a:p>
          <a:p xmlns:a="http://schemas.openxmlformats.org/drawingml/2006/main">
            <a:r>
              <a:t>https://github.com/openai/codex/blob/517f51a6f7101e2bda4c96cbd0605f8c55aba20b/codex-rs/core/src/tools/code_mode/execute_handler.rs#L34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tool_supports_parallel</a:t>
            </a:r>
          </a:p>
          <a:p xmlns:a="http://schemas.openxmlformats.org/drawingml/2006/main">
            <a:r>
              <a:t>codex-rs/core/src/tools/router.rs:233</a:t>
            </a:r>
          </a:p>
          <a:p xmlns:a="http://schemas.openxmlformats.org/drawingml/2006/main">
            <a:r>
              <a:t>https://github.com/openai/codex/blob/517f51a6f7101e2bda4c96cbd0605f8c55aba20b/codex-rs/core/src/tools/router.rs#L233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spawn_agent</a:t>
            </a:r>
          </a:p>
          <a:p xmlns:a="http://schemas.openxmlformats.org/drawingml/2006/main">
            <a:r>
              <a:t>codex-rs/core/src/agent/control/spawn.rs:254</a:t>
            </a:r>
          </a:p>
          <a:p xmlns:a="http://schemas.openxmlformats.org/drawingml/2006/main">
            <a:r>
              <a:t>https://github.com/openai/codex/blob/517f51a6f7101e2bda4c96cbd0605f8c55aba20b/codex-rs/core/src/agent/control/spawn.rs#L254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read_file_tools_run_in_parallel</a:t>
            </a:r>
          </a:p>
          <a:p xmlns:a="http://schemas.openxmlformats.org/drawingml/2006/main">
            <a:r>
              <a:t>codex-rs/core/tests/suite/tool_parallelism.rs:93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ensure_execution_capacity</a:t>
            </a:r>
          </a:p>
          <a:p xmlns:a="http://schemas.openxmlformats.org/drawingml/2006/main">
            <a:r>
              <a:t>codex-rs/core/src/agent/control/execution.rs:48</a:t>
            </a:r>
          </a:p>
          <a:p xmlns:a="http://schemas.openxmlformats.org/drawingml/2006/main">
            <a:r>
              <a:t>https://github.com/openai/codex/blob/517f51a6f7101e2bda4c96cbd0605f8c55aba20b/codex-rs/core/src/agent/control/execution.rs#L48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表格是上下文的教学展开，不是 Codex 的固定消息模板。ContextManager 管理历史，其他组件加入规则、工具和记忆片段。外部资料是证据，不因进入上下文就获得指令权限。讲解时让听众指出哪项内容最可能决定下一次工具调用。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上下文是教学意义上的“这次带给模型的信息”。模型不会自动访问你的数据库或全部历史记录，运行时必须通过消息、工具或检索提供它们。ContextManager 管理会话历史；memory 的读路径会构造可注入的摘要。指令、用户输入和工具返回资料的权威性不同，不能把资料中的指令直接当作运行规则。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build_memory_tool_developer_instructions</a:t>
            </a:r>
          </a:p>
          <a:p xmlns:a="http://schemas.openxmlformats.org/drawingml/2006/main">
            <a:r>
              <a:t>codex-rs/ext/memories/src/prompts.rs:35</a:t>
            </a:r>
          </a:p>
          <a:p xmlns:a="http://schemas.openxmlformats.org/drawingml/2006/main">
            <a:r>
              <a:t>https://github.com/openai/codex/blob/517f51a6f7101e2bda4c96cbd0605f8c55aba20b/codex-rs/ext/memories/src/prompts.rs#L35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这是摘要内容的教学示例，不是 Codex 固定输出格式。压缩减少后续请求携带的历史，但不能把未验证假设改写成事实。好的摘要让接手者知道目标、边界、已知、未知和证据位置。先问听众：只保留“下游故障”四个字，丢掉了什么？答案包括时间窗口、事实与推断的区别、只读边界以及下一步。Codex 同时存在本地与远程压缩路径，这里引用本地历史重建入口。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build_compacted_history</a:t>
            </a:r>
          </a:p>
          <a:p xmlns:a="http://schemas.openxmlformats.org/drawingml/2006/main">
            <a:r>
              <a:t>codex-rs/core/src/compact.rs:672</a:t>
            </a:r>
          </a:p>
          <a:p xmlns:a="http://schemas.openxmlformats.org/drawingml/2006/main">
            <a:r>
              <a:t>https://github.com/openai/codex/blob/517f51a6f7101e2bda4c96cbd0605f8c55aba20b/codex-rs/core/src/compact.rs#L672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示例编号 #17 用于帮助理解 call_id，非实际日志。normalize.rs 对部分缺失输出构造 aborted 等结果，源码注释还说明稳定标识影响 prompt cache。缓存效果取决于模型服务和请求结构，不能承诺某个命中率。持久化记录与模型可见历史投影是不同对象。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normalize.rs 的 ensure_call_outputs_present 对部分缺失结果创建 aborted 等合成输出，并使用稳定命名空间生成标识。源码注释指出变更该命名空间会影响 prompt cache。缓存命中还取决于模型服务与请求结构，这里不承诺命中率。会话审计记录、模型可见历史投影与压缩摘要应分别理解。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codex-rs/core/src/context_manager/normalize.rs:21–68</a:t>
            </a:r>
          </a:p>
          <a:p xmlns:a="http://schemas.openxmlformats.org/drawingml/2006/main">
            <a:r>
              <a:t>位置：历史规范化，处理调用有记录但结果缺失的情况。21–43 收集已有输出编号，49 行开始找缺失项，55–68 为 FunctionCall 构造带相同 call_id 的 aborted 结果。先只读 FunctionCall 分支，再比较其他调用类型。问题：这个 aborted 能证明外部命令没执行吗？不能，它说明当前历史缺少结果。迁移：区分协议上的补齐与真实世界的操作确认。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auto_compact_runs_after_resume_when_token_usage_is_over_limit</a:t>
            </a:r>
          </a:p>
          <a:p xmlns:a="http://schemas.openxmlformats.org/drawingml/2006/main">
            <a:r>
              <a:t>codex-rs/core/tests/suite/compact.rs:2199</a:t>
            </a:r>
          </a:p>
          <a:p xmlns:a="http://schemas.openxmlformats.org/drawingml/2006/main">
            <a:r>
              <a:t>https://github.com/openai/codex/blob/517f51a6f7101e2bda4c96cbd0605f8c55aba20b/codex-rs/core/tests/suite/compact.rs#L2199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这个区分可用“工作材料、过程记录、经验索引”作为记忆辅助，但不要把它们理解为固定存储产品。把所有聊天记录存进数据库只能说明有记录；有效 Memory 还需要选择、维护和读取。模型参数中的知识不属于本章的外部记忆系统。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这页是全篇最重要的概念区分。会话持久化不等于长期记忆管理；把全部聊天日志存入数据库，也不等于做了有效的 Memory。Memory 需要选择、提炼、维护以及读取机制。模型参数本身承载的知识不在本次工程 Memory 的讨论范围内。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build_memory_tool_developer_instructions</a:t>
            </a:r>
          </a:p>
          <a:p xmlns:a="http://schemas.openxmlformats.org/drawingml/2006/main">
            <a:r>
              <a:t>codex-rs/ext/memories/src/prompts.rs:35</a:t>
            </a:r>
          </a:p>
          <a:p xmlns:a="http://schemas.openxmlformats.org/drawingml/2006/main">
            <a:r>
              <a:t>https://github.com/openai/codex/blob/517f51a6f7101e2bda4c96cbd0605f8c55aba20b/codex-rs/ext/memories/src/prompts.rs#L35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先让听众读左列并自己写一句摘要，再比较其他两列。Codex v2 提取提示明确要求保留用户表达、项目范围、时间顺序及不确定性。模板是预期行为，需要评估实际模型是否遵守，不能把这些要求当作已被形式化保证。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 提取模板要求区分用户表达、助手建议、观测、假设与不确定性，并保留项目范围和时间顺序。例子：用户说“这次先给计划”，不能推断为“用户所有任务都要求先给计划”。读取模板说明 memory 不是当前行为的证明。当前规则和用户新更正应优先于旧记录。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提取指令</a:t>
            </a:r>
          </a:p>
          <a:p xmlns:a="http://schemas.openxmlformats.org/drawingml/2006/main">
            <a:r>
              <a:t>codex-rs/memories/write/templates/memories/stage_one_system_v2.md:1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https://github.com/openai/codex/blob/517f51a6f7101e2bda4c96cbd0605f8c55aba20b/codex-rs/memories/write/templates/memories/stage_one_system_v2.md#L1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1 处理单段历史，会提取 rollout_summary 和 rollout_slug，并限制输出规模、进行脱敏。Phase 2 结合新旧来源更新记忆产物。单任务提取可以受控并行，共享摘要合并需要全局租约来协调，防止两个 worker 覆盖彼此。并非每轮结束都立刻写记忆，也不是每段历史都符合提取条件。是否启用以及具体产物取决于配置和记忆版本。这个拆分启发我们：先保留每段任务的出处，再维护跨任务索引。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phase2::run</a:t>
            </a:r>
          </a:p>
          <a:p xmlns:a="http://schemas.openxmlformats.org/drawingml/2006/main">
            <a:r>
              <a:t>codex-rs/memories/write/src/phase2.rs:49</a:t>
            </a:r>
          </a:p>
          <a:p xmlns:a="http://schemas.openxmlformats.org/drawingml/2006/main">
            <a:r>
              <a:t>https://github.com/openai/codex/blob/517f51a6f7101e2bda4c96cbd0605f8c55aba20b/codex-rs/memories/write/src/phase2.rs#L49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start_memories_startup_task</a:t>
            </a:r>
          </a:p>
          <a:p xmlns:a="http://schemas.openxmlformats.org/drawingml/2006/main">
            <a:r>
              <a:t>codex-rs/memories/write/src/start.rs:24</a:t>
            </a:r>
          </a:p>
          <a:p xmlns:a="http://schemas.openxmlformats.org/drawingml/2006/main">
            <a:r>
              <a:t>https://github.com/openai/codex/blob/517f51a6f7101e2bda4c96cbd0605f8c55aba20b/codex-rs/memories/write/src/start.rs#L24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StageOneOutput::parse</a:t>
            </a:r>
          </a:p>
          <a:p xmlns:a="http://schemas.openxmlformats.org/drawingml/2006/main">
            <a:r>
              <a:t>codex-rs/memories/write/src/phase1_output.rs:34</a:t>
            </a:r>
          </a:p>
          <a:p xmlns:a="http://schemas.openxmlformats.org/drawingml/2006/main">
            <a:r>
              <a:t>https://github.com/openai/codex/blob/517f51a6f7101e2bda4c96cbd0605f8c55aba20b/codex-rs/memories/write/src/phase1_output.rs#L34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合并指令</a:t>
            </a:r>
          </a:p>
          <a:p xmlns:a="http://schemas.openxmlformats.org/drawingml/2006/main">
            <a:r>
              <a:t>codex-rs/memories/write/templates/memories/consolidation_v2.md:1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https://github.com/openai/codex/blob/517f51a6f7101e2bda4c96cbd0605f8c55aba20b/codex-rs/memories/write/templates/memories/consolidation_v2.md#L1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指 retrieval-augmented generation，检索增强生成。它可以用于 Memory 的读取，但不能替代整个记忆生命周期。Codex 当前本地 memory 搜索是文本匹配，不必然需要向量数据库。摘要的用途是提供相关路线，不是让模型把旧结论机械地当作新事实。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 展开为 retrieval-augmented generation，即检索增强生成。Memory 的读取可以使用类似的检索流程，但生命周期还包括提取、合并和维护。Codex 当前本地 memory 搜索按文本匹配工作，不能据此描述为必需向量数据库或 embedding。v2 模板要求仅在额外细节会改变回答时读取 rollout，避免无目的地反复翻历史。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build_memory_tool_developer_instructions</a:t>
            </a:r>
          </a:p>
          <a:p xmlns:a="http://schemas.openxmlformats.org/drawingml/2006/main">
            <a:r>
              <a:t>codex-rs/ext/memories/src/prompts.rs:35</a:t>
            </a:r>
          </a:p>
          <a:p xmlns:a="http://schemas.openxmlformats.org/drawingml/2006/main">
            <a:r>
              <a:t>https://github.com/openai/codex/blob/517f51a6f7101e2bda4c96cbd0605f8c55aba20b/codex-rs/ext/memories/src/prompts.rs#L35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search</a:t>
            </a:r>
          </a:p>
          <a:p xmlns:a="http://schemas.openxmlformats.org/drawingml/2006/main">
            <a:r>
              <a:t>codex-rs/ext/memories/src/local/search.rs:17</a:t>
            </a:r>
          </a:p>
          <a:p xmlns:a="http://schemas.openxmlformats.org/drawingml/2006/main">
            <a:r>
              <a:t>https://github.com/openai/codex/blob/517f51a6f7101e2bda4c96cbd0605f8c55aba20b/codex-rs/ext/memories/src/local/search.rs#L17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</a:t>
            </a:r>
          </a:p>
          <a:p xmlns:a="http://schemas.openxmlformats.org/drawingml/2006/main">
            <a:r>
              <a:t>codex-rs/ext/memories/src/local/read.rs:12</a:t>
            </a:r>
          </a:p>
          <a:p xmlns:a="http://schemas.openxmlformats.org/drawingml/2006/main">
            <a:r>
              <a:t>https://github.com/openai/codex/blob/517f51a6f7101e2bda4c96cbd0605f8c55aba20b/codex-rs/ext/memories/src/local/read.rs#L12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MemoriesBackend</a:t>
            </a:r>
          </a:p>
          <a:p xmlns:a="http://schemas.openxmlformats.org/drawingml/2006/main">
            <a:r>
              <a:t>codex-rs/ext/memories/src/backend.rs:12</a:t>
            </a:r>
          </a:p>
          <a:p xmlns:a="http://schemas.openxmlformats.org/drawingml/2006/main">
            <a:r>
              <a:t>https://github.com/openai/codex/blob/517f51a6f7101e2bda4c96cbd0605f8c55aba20b/codex-rs/ext/memories/src/backend.rs#L12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v2 读取指令要求对用户显式更正、记住或忘记等请求追加 ad-hoc note。随后合并流程依据来源更新摘要。追加笔记不意味着已有摘要立即更新，更不证明下一次模型一定正确理解，所以要跨任务测试。长期负责人信息与今天的值班信息也不能混同。忘记某条记忆与物理删除原始记录是不同需求，业务实现应分别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add_ad_hoc_note</a:t>
            </a:r>
          </a:p>
          <a:p xmlns:a="http://schemas.openxmlformats.org/drawingml/2006/main">
            <a:r>
              <a:t>codex-rs/ext/memories/src/local/ad_hoc_note.rs:17</a:t>
            </a:r>
          </a:p>
          <a:p xmlns:a="http://schemas.openxmlformats.org/drawingml/2006/main">
            <a:r>
              <a:t>https://github.com/openai/codex/blob/517f51a6f7101e2bda4c96cbd0605f8c55aba20b/codex-rs/ext/memories/src/local/ad_hoc_note.rs#L17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resolve_scoped_path</a:t>
            </a:r>
          </a:p>
          <a:p xmlns:a="http://schemas.openxmlformats.org/drawingml/2006/main">
            <a:r>
              <a:t>codex-rs/ext/memories/src/local.rs:32</a:t>
            </a:r>
          </a:p>
          <a:p xmlns:a="http://schemas.openxmlformats.org/drawingml/2006/main">
            <a:r>
              <a:t>https://github.com/openai/codex/blob/517f51a6f7101e2bda4c96cbd0605f8c55aba20b/codex-rs/ext/memories/src/local.rs#L32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合并指令</a:t>
            </a:r>
          </a:p>
          <a:p xmlns:a="http://schemas.openxmlformats.org/drawingml/2006/main">
            <a:r>
              <a:t>codex-rs/memories/write/templates/memories/consolidation_v2.md:1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https://github.com/openai/codex/blob/517f51a6f7101e2bda4c96cbd0605f8c55aba20b/codex-rs/memories/write/templates/memories/consolidation_v2.md#L1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让听众独立判断约一分钟，再讨论答案。重点不在单选题式分类，而在时间范围、来源和用途。不要把 Memory 理解成所有信息的唯一归宿。参考答案放在演讲者备注中，便于讲解时先讨论。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用于解释生命周期的假设案例，不是已运行的实验。“更快”表示减少重复查找入口的设计意图，不是实测性能结论。短期错误计数不应变成永久事实。历史排查结论也不能自动证明当前故障根因相同。可请听众判断：负责人、历史延迟指标、工单路径分别适合在哪一层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讨论题：哪些要带进当前请求？哪些值得长期保留？这些分类能否重叠？</a:t>
            </a:r>
          </a:p>
          <a:p xmlns:a="http://schemas.openxmlformats.org/drawingml/2006/main">
            <a:r>
              <a:t>参考答案：A 是带时间范围的当前证据，可以进入上下文并保留在会话记录中，但不能变成“当前一直有 27 次超时”的长期事实。B 是有项目范围的明确偏好，可作为 Memory 候选，相关任务读取后也进入上下文。C 属于会话过程记录，可支持恢复；其中有长期价值的结论可再提炼。三类可以重叠，区别在用途。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提取指令</a:t>
            </a:r>
          </a:p>
          <a:p xmlns:a="http://schemas.openxmlformats.org/drawingml/2006/main">
            <a:r>
              <a:t>codex-rs/memories/write/templates/memories/stage_one_system_v2.md:1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https://github.com/openai/codex/blob/517f51a6f7101e2bda4c96cbd0605f8c55aba20b/codex-rs/memories/write/templates/memories/stage_one_system_v2.md#L1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合并指令</a:t>
            </a:r>
          </a:p>
          <a:p xmlns:a="http://schemas.openxmlformats.org/drawingml/2006/main">
            <a:r>
              <a:t>codex-rs/memories/write/templates/memories/consolidation_v2.md:1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https://github.com/openai/codex/blob/517f51a6f7101e2bda4c96cbd0605f8c55aba20b/codex-rs/memories/write/templates/memories/consolidation_v2.md#L1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13【组织输入】工具说明、旧日志、新观察都很多时，当前请求必须保留什么？</a:t>
            </a:r>
          </a:p>
          <a:p xmlns:a="http://schemas.openxmlformats.org/drawingml/2006/main">
            <a:r>
              <a:t>回看：第 16 页</a:t>
            </a:r>
          </a:p>
          <a:p xmlns:a="http://schemas.openxmlformats.org/drawingml/2006/main">
            <a:r>
              <a:t>答案要点：保留目标与边界、相关工具定义、可支撑当前判断的证据、待查项和调用结果配对，限制输入规模。外部资料仅是证据，不能升级成系统指令。</a:t>
            </a:r>
          </a:p>
          <a:p xmlns:a="http://schemas.openxmlformats.org/drawingml/2006/main">
            <a:r>
              <a:t>误区：输入越多越好，或把工具文本中的指令直接执行。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14【截断与压缩】一次返回巨大日志、任务历史积累太长，分别怎样处理？哪些信息不能丢？</a:t>
            </a:r>
          </a:p>
          <a:p xmlns:a="http://schemas.openxmlformats.org/drawingml/2006/main">
            <a:r>
              <a:t>回看：第 17 页</a:t>
            </a:r>
          </a:p>
          <a:p xmlns:a="http://schemas.openxmlformats.org/drawingml/2006/main">
            <a:r>
              <a:t>答案要点：单条输出过大用限量、截断、分页或按范围读取；累积历史过长用压缩。摘要保留目标、约束、已证实与未证实事项、下一步和原始证据入口。</a:t>
            </a:r>
          </a:p>
          <a:p xmlns:a="http://schemas.openxmlformats.org/drawingml/2006/main">
            <a:r>
              <a:t>误区：摘要能替代原始证据，或把假设压缩成事实。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15【连贯与缓存】只剩工具调用、缺少结果时怎么办？为什么不宜频繁重排旧历史？</a:t>
            </a:r>
          </a:p>
          <a:p xmlns:a="http://schemas.openxmlformats.org/drawingml/2006/main">
            <a:r>
              <a:t>回看：第 18 页</a:t>
            </a:r>
          </a:p>
          <a:p xmlns:a="http://schemas.openxmlformats.org/drawingml/2006/main">
            <a:r>
              <a:t>答案要点：显式标记缺失或中断状态并维护 call_id 对应，不能据此认定外部动作没发生。减少不必要的历史重写有助于连贯性和缓存复用，但不能为稳定而保留过期证据。</a:t>
            </a:r>
          </a:p>
          <a:p xmlns:a="http://schemas.openxmlformats.org/drawingml/2006/main">
            <a:r>
              <a:t>误区：合成 aborted 结果就证明外部工具没执行。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16【区分用途】本次错误数、完整调用过程、项目长期时间口径，分别属于哪种状态？</a:t>
            </a:r>
          </a:p>
          <a:p xmlns:a="http://schemas.openxmlformats.org/drawingml/2006/main">
            <a:r>
              <a:t>回看：第 19、24 页</a:t>
            </a:r>
          </a:p>
          <a:p xmlns:a="http://schemas.openxmlformats.org/drawingml/2006/main">
            <a:r>
              <a:t>答案要点：本次错误数是有时间范围的当前证据，可进入 Context 并记录在 Rollout；调用过程主要属于 Rollout；明确的项目长期口径可成为 Memory 候选，相关任务读取后进入 Context。用途可重叠，保存记录并不自动构成有效 Memory。</a:t>
            </a:r>
          </a:p>
          <a:p xmlns:a="http://schemas.openxmlformats.org/drawingml/2006/main">
            <a:r>
              <a:t>误区：把瞬时观测变成永久事实。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build_memory_tool_developer_instructions</a:t>
            </a:r>
          </a:p>
          <a:p xmlns:a="http://schemas.openxmlformats.org/drawingml/2006/main">
            <a:r>
              <a:t>codex-rs/ext/memories/src/prompts.rs:35</a:t>
            </a:r>
          </a:p>
          <a:p xmlns:a="http://schemas.openxmlformats.org/drawingml/2006/main">
            <a:r>
              <a:t>https://github.com/openai/codex/blob/517f51a6f7101e2bda4c96cbd0605f8c55aba20b/codex-rs/ext/memories/src/prompts.rs#L35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build_compacted_history</a:t>
            </a:r>
          </a:p>
          <a:p xmlns:a="http://schemas.openxmlformats.org/drawingml/2006/main">
            <a:r>
              <a:t>codex-rs/core/src/compact.rs:672</a:t>
            </a:r>
          </a:p>
          <a:p xmlns:a="http://schemas.openxmlformats.org/drawingml/2006/main">
            <a:r>
              <a:t>https://github.com/openai/codex/blob/517f51a6f7101e2bda4c96cbd0605f8c55aba20b/codex-rs/core/src/compact.rs#L672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auto_compact_runs_after_resume_when_token_usage_is_over_limit</a:t>
            </a:r>
          </a:p>
          <a:p xmlns:a="http://schemas.openxmlformats.org/drawingml/2006/main">
            <a:r>
              <a:t>codex-rs/core/tests/suite/compact.rs:2199</a:t>
            </a:r>
          </a:p>
          <a:p xmlns:a="http://schemas.openxmlformats.org/drawingml/2006/main">
            <a:r>
              <a:t>https://github.com/openai/codex/blob/517f51a6f7101e2bda4c96cbd0605f8c55aba20b/codex-rs/core/tests/suite/compact.rs#L2199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提取指令</a:t>
            </a:r>
          </a:p>
          <a:p xmlns:a="http://schemas.openxmlformats.org/drawingml/2006/main">
            <a:r>
              <a:t>codex-rs/memories/write/templates/memories/stage_one_system_v2.md:1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https://github.com/openai/codex/blob/517f51a6f7101e2bda4c96cbd0605f8c55aba20b/codex-rs/memories/write/templates/memories/stage_one_system_v2.md#L1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合并指令</a:t>
            </a:r>
          </a:p>
          <a:p xmlns:a="http://schemas.openxmlformats.org/drawingml/2006/main">
            <a:r>
              <a:t>codex-rs/memories/write/templates/memories/consolidation_v2.md:1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https://github.com/openai/codex/blob/517f51a6f7101e2bda4c96cbd0605f8c55aba20b/codex-rs/memories/write/templates/memories/consolidation_v2.md#L1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17【保留语义】“这次先给方案”和“怀疑缓存导致”能写成什么记忆？不能写成什么？</a:t>
            </a:r>
          </a:p>
          <a:p xmlns:a="http://schemas.openxmlformats.org/drawingml/2006/main">
            <a:r>
              <a:t>回看：第 20 页</a:t>
            </a:r>
          </a:p>
          <a:p xmlns:a="http://schemas.openxmlformats.org/drawingml/2006/main">
            <a:r>
              <a:t>答案要点：前者仅保留本次任务范围，不能变成永久偏好；后者保留未验证假设和来源，不能记成已确认根因。区分事实、建议、推断和用户决定。</a:t>
            </a:r>
          </a:p>
          <a:p xmlns:a="http://schemas.openxmlformats.org/drawingml/2006/main">
            <a:r>
              <a:t>误区：为了摘要简短而抹去范围或不确定性。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18【写入分工】为什么先提取每段任务，再合并共享摘要？并发合并要解决什么问题？</a:t>
            </a:r>
          </a:p>
          <a:p xmlns:a="http://schemas.openxmlformats.org/drawingml/2006/main">
            <a:r>
              <a:t>回看：第 21 页</a:t>
            </a:r>
          </a:p>
          <a:p xmlns:a="http://schemas.openxmlformats.org/drawingml/2006/main">
            <a:r>
              <a:t>答案要点：单段提取保留各任务来源与结论，合并协调新旧证据、去重和更正。提取可受控并行，共享摘要需要租约等协调，避免覆盖和冲突；并非每轮都无条件写记忆。</a:t>
            </a:r>
          </a:p>
          <a:p xmlns:a="http://schemas.openxmlformats.org/drawingml/2006/main">
            <a:r>
              <a:t>误区：对话结束就向一个文件直接追加，永远无需整理。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19【按需读取】Memory 与 RAG 有何关系？旧记录说负责人是 A，能否直接当作当前事实？</a:t>
            </a:r>
          </a:p>
          <a:p xmlns:a="http://schemas.openxmlformats.org/drawingml/2006/main">
            <a:r>
              <a:t>回看：第 22 页</a:t>
            </a:r>
          </a:p>
          <a:p xmlns:a="http://schemas.openxmlformats.org/drawingml/2006/main">
            <a:r>
              <a:t>答案要点：RAG 是检索后生成，可用于读取 Memory，但不涵盖写入、更正与生命周期。先看索引或摘要，按需搜索片段，核验当前来源；本地文本搜索不必使用向量库。历史记录是线索，时效性事实需确认。</a:t>
            </a:r>
          </a:p>
          <a:p xmlns:a="http://schemas.openxmlformats.org/drawingml/2006/main">
            <a:r>
              <a:t>误区：接入向量数据库就完成了 Memory 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20【更正与验证】负责人改为 B，写下一条更正就完成了吗？怎样验证后续使用正确？</a:t>
            </a:r>
          </a:p>
          <a:p xmlns:a="http://schemas.openxmlformats.org/drawingml/2006/main">
            <a:r>
              <a:t>回看：第 23、30 页</a:t>
            </a:r>
          </a:p>
          <a:p xmlns:a="http://schemas.openxmlformats.org/drawingml/2006/main">
            <a:r>
              <a:t>答案要点：还需合并处理旧结论，并在后续任务验证读取和回答使用 B、保留范围与来源。重要场景仍查当前权威来源。“忘记”某条记忆与物理删除原始记录需分别定义。</a:t>
            </a:r>
          </a:p>
          <a:p xmlns:a="http://schemas.openxmlformats.org/drawingml/2006/main">
            <a:r>
              <a:t>误区：文件写成功就证明记忆更新有效。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提取指令</a:t>
            </a:r>
          </a:p>
          <a:p xmlns:a="http://schemas.openxmlformats.org/drawingml/2006/main">
            <a:r>
              <a:t>codex-rs/memories/write/templates/memories/stage_one_system_v2.md:1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https://github.com/openai/codex/blob/517f51a6f7101e2bda4c96cbd0605f8c55aba20b/codex-rs/memories/write/templates/memories/stage_one_system_v2.md#L1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phase2::run</a:t>
            </a:r>
          </a:p>
          <a:p xmlns:a="http://schemas.openxmlformats.org/drawingml/2006/main">
            <a:r>
              <a:t>codex-rs/memories/write/src/phase2.rs:49</a:t>
            </a:r>
          </a:p>
          <a:p xmlns:a="http://schemas.openxmlformats.org/drawingml/2006/main">
            <a:r>
              <a:t>https://github.com/openai/codex/blob/517f51a6f7101e2bda4c96cbd0605f8c55aba20b/codex-rs/memories/write/src/phase2.rs#L49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start_memories_startup_task</a:t>
            </a:r>
          </a:p>
          <a:p xmlns:a="http://schemas.openxmlformats.org/drawingml/2006/main">
            <a:r>
              <a:t>codex-rs/memories/write/src/start.rs:24</a:t>
            </a:r>
          </a:p>
          <a:p xmlns:a="http://schemas.openxmlformats.org/drawingml/2006/main">
            <a:r>
              <a:t>https://github.com/openai/codex/blob/517f51a6f7101e2bda4c96cbd0605f8c55aba20b/codex-rs/memories/write/src/start.rs#L24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StageOneOutput::parse</a:t>
            </a:r>
          </a:p>
          <a:p xmlns:a="http://schemas.openxmlformats.org/drawingml/2006/main">
            <a:r>
              <a:t>codex-rs/memories/write/src/phase1_output.rs:34</a:t>
            </a:r>
          </a:p>
          <a:p xmlns:a="http://schemas.openxmlformats.org/drawingml/2006/main">
            <a:r>
              <a:t>https://github.com/openai/codex/blob/517f51a6f7101e2bda4c96cbd0605f8c55aba20b/codex-rs/memories/write/src/phase1_output.rs#L34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合并指令</a:t>
            </a:r>
          </a:p>
          <a:p xmlns:a="http://schemas.openxmlformats.org/drawingml/2006/main">
            <a:r>
              <a:t>codex-rs/memories/write/templates/memories/consolidation_v2.md:1</a:t>
            </a:r>
          </a:p>
          <a:p xmlns:a="http://schemas.openxmlformats.org/drawingml/2006/main">
            <a:r>
              <a:t>https://github.com/openai/codex/blob/517f51a6f7101e2bda4c96cbd0605f8c55aba20b/codex-rs/memories/write/templates/memories/consolidation_v2.md#L1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build_memory_tool_developer_instructions</a:t>
            </a:r>
          </a:p>
          <a:p xmlns:a="http://schemas.openxmlformats.org/drawingml/2006/main">
            <a:r>
              <a:t>codex-rs/ext/memories/src/prompts.rs:35</a:t>
            </a:r>
          </a:p>
          <a:p xmlns:a="http://schemas.openxmlformats.org/drawingml/2006/main">
            <a:r>
              <a:t>https://github.com/openai/codex/blob/517f51a6f7101e2bda4c96cbd0605f8c55aba20b/codex-rs/ext/memories/src/prompts.rs#L35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search</a:t>
            </a:r>
          </a:p>
          <a:p xmlns:a="http://schemas.openxmlformats.org/drawingml/2006/main">
            <a:r>
              <a:t>codex-rs/ext/memories/src/local/search.rs:17</a:t>
            </a:r>
          </a:p>
          <a:p xmlns:a="http://schemas.openxmlformats.org/drawingml/2006/main">
            <a:r>
              <a:t>https://github.com/openai/codex/blob/517f51a6f7101e2bda4c96cbd0605f8c55aba20b/codex-rs/ext/memories/src/local/search.rs#L17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</a:t>
            </a:r>
          </a:p>
          <a:p xmlns:a="http://schemas.openxmlformats.org/drawingml/2006/main">
            <a:r>
              <a:t>codex-rs/ext/memories/src/local/read.rs:12</a:t>
            </a:r>
          </a:p>
          <a:p xmlns:a="http://schemas.openxmlformats.org/drawingml/2006/main">
            <a:r>
              <a:t>https://github.com/openai/codex/blob/517f51a6f7101e2bda4c96cbd0605f8c55aba20b/codex-rs/ext/memories/src/local/read.rs#L12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MemoriesBackend</a:t>
            </a:r>
          </a:p>
          <a:p xmlns:a="http://schemas.openxmlformats.org/drawingml/2006/main">
            <a:r>
              <a:t>codex-rs/ext/memories/src/backend.rs:12</a:t>
            </a:r>
          </a:p>
          <a:p xmlns:a="http://schemas.openxmlformats.org/drawingml/2006/main">
            <a:r>
              <a:t>https://github.com/openai/codex/blob/517f51a6f7101e2bda4c96cbd0605f8c55aba20b/codex-rs/ext/memories/src/backend.rs#L12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add_ad_hoc_note</a:t>
            </a:r>
          </a:p>
          <a:p xmlns:a="http://schemas.openxmlformats.org/drawingml/2006/main">
            <a:r>
              <a:t>codex-rs/ext/memories/src/local/ad_hoc_note.rs:17</a:t>
            </a:r>
          </a:p>
          <a:p xmlns:a="http://schemas.openxmlformats.org/drawingml/2006/main">
            <a:r>
              <a:t>https://github.com/openai/codex/blob/517f51a6f7101e2bda4c96cbd0605f8c55aba20b/codex-rs/ext/memories/src/local/ad_hoc_note.rs#L17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resolve_scoped_path</a:t>
            </a:r>
          </a:p>
          <a:p xmlns:a="http://schemas.openxmlformats.org/drawingml/2006/main">
            <a:r>
              <a:t>codex-rs/ext/memories/src/local.rs:32</a:t>
            </a:r>
          </a:p>
          <a:p xmlns:a="http://schemas.openxmlformats.org/drawingml/2006/main">
            <a:r>
              <a:t>https://github.com/openai/codex/blob/517f51a6f7101e2bda4c96cbd0605f8c55aba20b/codex-rs/ext/memories/src/local.rs#L32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local_listing_and_search_ignore_symlinks</a:t>
            </a:r>
          </a:p>
          <a:p xmlns:a="http://schemas.openxmlformats.org/drawingml/2006/main">
            <a:r>
              <a:t>codex-rs/ext/memories/src/tests.rs:344</a:t>
            </a:r>
          </a:p>
          <a:p xmlns:a="http://schemas.openxmlformats.org/drawingml/2006/main">
            <a:r>
              <a:t>https://github.com/openai/codex/blob/517f51a6f7101e2bda4c96cbd0605f8c55aba20b/codex-rs/ext/memories/src/tests.rs#L344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memories_startup_phase2_tracks_workspace_diff_across_runs</a:t>
            </a:r>
          </a:p>
          <a:p xmlns:a="http://schemas.openxmlformats.org/drawingml/2006/main">
            <a:r>
              <a:t>codex-rs/memories/write/src/startup_tests.rs:356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https://github.com/openai/codex/blob/517f51a6f7101e2bda4c96cbd0605f8c55aba20b/codex-rs/memories/write/src/startup_tests.rs#L356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phase2_retries_when_clean_workspace_is_missing_artifacts</a:t>
            </a:r>
          </a:p>
          <a:p xmlns:a="http://schemas.openxmlformats.org/drawingml/2006/main">
            <a:r>
              <a:t>codex-rs/memories/write/src/startup_tests.rs:445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auto_compact_runs_after_resume_when_token_usage_is_over_limit</a:t>
            </a:r>
          </a:p>
          <a:p xmlns:a="http://schemas.openxmlformats.org/drawingml/2006/main">
            <a:r>
              <a:t>codex-rs/core/tests/suite/compact.rs:2199</a:t>
            </a:r>
          </a:p>
          <a:p xmlns:a="http://schemas.openxmlformats.org/drawingml/2006/main">
            <a:r>
              <a:t>https://github.com/openai/codex/blob/517f51a6f7101e2bda4c96cbd0605f8c55aba20b/codex-rs/core/tests/suite/compact.rs#L2199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会话记录帮助程序重建任务，但进程中断的时刻可能落在执行成功与结果持久化之间。只读查询通常可按契约重试，写操作不能简单重放。RolloutRecorder 的记录入队与持久化确认是不同语义。normalize 对缺失结果的处理也不能证明外部动作没有发生。恢复测试应检查后续发给模型的请求包含正确目标与已有观察，同时避免结果错配。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codex-rs/core/src/context_manager/normalize.rs:21–68</a:t>
            </a:r>
          </a:p>
          <a:p xmlns:a="http://schemas.openxmlformats.org/drawingml/2006/main">
            <a:r>
              <a:t>位置：历史规范化，处理调用有记录但结果缺失的情况。21–43 收集已有输出编号，49 行开始找缺失项，55–68 为 FunctionCall 构造带相同 call_id 的 aborted 结果。先只读 FunctionCall 分支，再比较其他调用类型。问题：这个 aborted 能证明外部命令没执行吗？不能，它说明当前历史缺少结果。迁移：区分协议上的补齐与真实世界的操作确认。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resume_includes_initial_messages_from_rollout_events</a:t>
            </a:r>
          </a:p>
          <a:p xmlns:a="http://schemas.openxmlformats.org/drawingml/2006/main">
            <a:r>
              <a:t>codex-rs/core/tests/suite/resume.rs:57</a:t>
            </a:r>
          </a:p>
          <a:p xmlns:a="http://schemas.openxmlformats.org/drawingml/2006/main">
            <a:r>
              <a:t>https://github.com/openai/codex/blob/517f51a6f7101e2bda4c96cbd0605f8c55aba20b/codex-rs/core/tests/suite/resume.rs#L57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这里的评估框架是通用设计建议，Codex 的集成测试是具体实现参考。真实模型输出可能变化，因此记录模型、提示和工具版本，并根据风险重复运行。测试与监测观察不同阶段，彼此互补。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工具契约测试和运行监测是通用建设建议。Codex 的 Responses SSE mock 支持确定性的运行循环集成测试。真实模型评估仍会受模型输出随机性和环境变化影响，需要固定数据快照、记录配置版本，并视风险重复运行。集成测试通过不代表模型会选对工具，真实模型答对一次也不能替代机制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token_info</a:t>
            </a:r>
          </a:p>
          <a:p xmlns:a="http://schemas.openxmlformats.org/drawingml/2006/main">
            <a:r>
              <a:t>codex-rs/core/src/context_manager/history.rs:345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https://github.com/openai/codex/blob/517f51a6f7101e2bda4c96cbd0605f8c55aba20b/codex-rs/core/src/context_manager/history.rs#L345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core/tests/suite/tool_parallelism.rs 的 tool_results_grouped，以下是实际源码行为的讲解，不是新运行的测试结果。输入为 run shell three times。模拟服务返回三个 exec_command 调用，call_id 分别为 call-1、call-2、call-3，每个执行 echo shell output。真实 harness 执行这些命令，测试从第二轮模型请求中取出 input。断言一：function_call 和 function_call_output 各有三个。断言二：所有调用项的位置都早于所有结果项。断言三：将调用与结果按顺序配对，每对 call_id 相同。少一份结果会使数量断言失败，结果顺序或编号不一致会使配对断言失败。这个测试并未断言每份输出正文都等于 shell output，也不证明真实模型能选择正确命令。模拟 SSE 只固定模型侧响应，不能把“模拟模型”误解为整个 harness 都是假的。源码 mount_sse_once 注册响应，single_request 读取实际捕获的请求。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ResponseMock::single_request</a:t>
            </a:r>
          </a:p>
          <a:p xmlns:a="http://schemas.openxmlformats.org/drawingml/2006/main">
            <a:r>
              <a:t>codex-rs/core/tests/common/responses.rs:50</a:t>
            </a:r>
          </a:p>
          <a:p xmlns:a="http://schemas.openxmlformats.org/drawingml/2006/main">
            <a:r>
              <a:t>https://github.com/openai/codex/blob/517f51a6f7101e2bda4c96cbd0605f8c55aba20b/codex-rs/core/tests/common/responses.rs#L50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三个任务的场景是建议增加的业务评估，不声称已有 Codex 测试直接覆盖这一完整语义案例。源码中的 local_listing_and_search_ignore_symlinks、workspace diff 更新测试及缺失产物重试测试验证机制。还应测证据过期、误导性工具文本、删除来源后的残留结论。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行包含源码中的机制参考：local_listing_and_search_ignore_symlinks、memories_startup_phase2_tracks_workspace_diff_across_runs、phase2_retries_when_clean_workspace_is_missing_artifacts，以及恢复后压缩测试。第三行是建议补充的真实模型评估，不声称现有测试完整覆盖记忆语义质量。记忆污染指不可靠信息进入长期记忆并影响后续任务，可使用带误导文本的工具结果构造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local_listing_and_search_ignore_symlinks</a:t>
            </a:r>
          </a:p>
          <a:p xmlns:a="http://schemas.openxmlformats.org/drawingml/2006/main">
            <a:r>
              <a:t>codex-rs/ext/memories/src/tests.rs:344</a:t>
            </a:r>
          </a:p>
          <a:p xmlns:a="http://schemas.openxmlformats.org/drawingml/2006/main">
            <a:r>
              <a:t>https://github.com/openai/codex/blob/517f51a6f7101e2bda4c96cbd0605f8c55aba20b/codex-rs/ext/memories/src/tests.rs#L344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memories_startup_phase2_tracks_workspace_diff_across_runs</a:t>
            </a:r>
          </a:p>
          <a:p xmlns:a="http://schemas.openxmlformats.org/drawingml/2006/main">
            <a:r>
              <a:t>codex-rs/memories/write/src/startup_tests.rs:356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https://github.com/openai/codex/blob/517f51a6f7101e2bda4c96cbd0605f8c55aba20b/codex-rs/memories/write/src/startup_tests.rs#L356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phase2_retries_when_clean_workspace_is_missing_artifacts</a:t>
            </a:r>
          </a:p>
          <a:p xmlns:a="http://schemas.openxmlformats.org/drawingml/2006/main">
            <a:r>
              <a:t>codex-rs/memories/write/src/startup_tests.rs:445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auto_compact_runs_after_resume_when_token_usage_is_over_limit</a:t>
            </a:r>
          </a:p>
          <a:p xmlns:a="http://schemas.openxmlformats.org/drawingml/2006/main">
            <a:r>
              <a:t>codex-rs/core/tests/suite/compact.rs:2199</a:t>
            </a:r>
          </a:p>
          <a:p xmlns:a="http://schemas.openxmlformats.org/drawingml/2006/main">
            <a:r>
              <a:t>https://github.com/openai/codex/blob/517f51a6f7101e2bda4c96cbd0605f8c55aba20b/codex-rs/core/tests/suite/compact.rs#L2199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这些是指标设计方向，没有虚构实测分数或门槛。先保存输入快照和工具结果，避免比较时环境已经变化。可观察性中的 task_id、请求标识和 call_id 帮助定位问题，但最终质量仍需要任务层面的验收。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指标是建设建议，当前没有实测分数或目标阈值。可分别衡量任务完成率、证据支持率、错误记忆使用率和越权操作数。关联 ID 的具体设计应结合业务追踪系统。将成本与任务质量一起评估，不以工具调用越少或 token 越少单独判断系统优劣。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token_info</a:t>
            </a:r>
          </a:p>
          <a:p xmlns:a="http://schemas.openxmlformats.org/drawingml/2006/main">
            <a:r>
              <a:t>codex-rs/core/src/context_manager/history.rs:345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https://github.com/openai/codex/blob/517f51a6f7101e2bda4c96cbd0605f8c55aba20b/codex-rs/core/src/context_manager/history.rs#L345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模块名是教学建议，不是要求建立同名微服务或复制 Codex crate。model 适配器把具体厂商响应统一为最终输出或工具调用。runner 管理状态转换与停止原因。tools 注册表描述每个工具的参数和执行器，policy 决定当前任务允许执行什么，业务服务端继续做授权。state 保存真实发生的事件，context 选择本次请求需要的信息并控制规模，二者不能混同。tests 用受控模型响应检查执行行为，evals 在固定任务上检查模型工具选择和证据质量。简单原型可以用内存状态和文件日志，但宣称可恢复前必须验证记录持久化及重建过程。第一版不要求向量数据库、复杂规划器或多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21【恢复】进程在工具执行后、保存结果前崩溃，恢复时可以直接重放吗？</a:t>
            </a:r>
          </a:p>
          <a:p xmlns:a="http://schemas.openxmlformats.org/drawingml/2006/main">
            <a:r>
              <a:t>回看：第 27 页</a:t>
            </a:r>
          </a:p>
          <a:p xmlns:a="http://schemas.openxmlformats.org/drawingml/2006/main">
            <a:r>
              <a:t>答案要点：不能一概重放。应读回调用记录、标识未知结果，查询外部状态或使用业务幂等保证；只读操作可按接口契约重试。还要检查证据时效与结果配对。</a:t>
            </a:r>
          </a:p>
          <a:p xmlns:a="http://schemas.openxmlformats.org/drawingml/2006/main">
            <a:r>
              <a:t>误区：读回 Rollout 就恢复了外部世界。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22【测试边界】三次调用的集成测试固定了什么？检查了什么？仍不能证明什么？</a:t>
            </a:r>
          </a:p>
          <a:p xmlns:a="http://schemas.openxmlformats.org/drawingml/2006/main">
            <a:r>
              <a:t>回看：第 28、29 页</a:t>
            </a:r>
          </a:p>
          <a:p xmlns:a="http://schemas.openxmlformats.org/drawingml/2006/main">
            <a:r>
              <a:t>答案要点：固定模型事件流，运行真实 harness，检查下一次请求中的调用与结果数量、组织顺序与 call_id 配对。不能证明真实模型选择正确工具，也没有断言输出正文。</a:t>
            </a:r>
          </a:p>
          <a:p xmlns:a="http://schemas.openxmlformats.org/drawingml/2006/main">
            <a:r>
              <a:t>误区：Mock 测试通过等于 Agent 的任务质量达标。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23【回归与监测】换模型或提示词后，怎样判断更好了？为什么还需要上线监测？</a:t>
            </a:r>
          </a:p>
          <a:p xmlns:a="http://schemas.openxmlformats.org/drawingml/2006/main">
            <a:r>
              <a:t>回看：第 30、31 页</a:t>
            </a:r>
          </a:p>
          <a:p xmlns:a="http://schemas.openxmlformats.org/drawingml/2006/main">
            <a:r>
              <a:t>答案要点：固定任务与工具数据，比较完成条件、证据质量、权限边界、成本与耗时；Memory 还需跨任务更正测试。记录模型与工具版本。真实环境会变化，需监测失败原因与质量抽查。</a:t>
            </a:r>
          </a:p>
          <a:p xmlns:a="http://schemas.openxmlformats.org/drawingml/2006/main">
            <a:r>
              <a:t>误区：只比较一句最终答案或只追求更少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24【最小系统】第一版必须有哪些模块？哪些能力可以等实际需求出现再加？</a:t>
            </a:r>
          </a:p>
          <a:p xmlns:a="http://schemas.openxmlformats.org/drawingml/2006/main">
            <a:r>
              <a:t>回看：第 32 页</a:t>
            </a:r>
          </a:p>
          <a:p xmlns:a="http://schemas.openxmlformats.org/drawingml/2006/main">
            <a:r>
              <a:t>答案要点：需要模型适配和循环、工具注册与权限、状态与有界上下文、程序测试和任务评估。Memory、工具发现、复杂编排和多 Agent 可按瓶颈引入。能将职责对应到具体接口和失败处理。</a:t>
            </a:r>
          </a:p>
          <a:p xmlns:a="http://schemas.openxmlformats.org/drawingml/2006/main">
            <a:r>
              <a:t>误区：先堆齐所有进阶功能，再考虑验收。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resume_includes_initial_messages_from_rollout_events</a:t>
            </a:r>
          </a:p>
          <a:p xmlns:a="http://schemas.openxmlformats.org/drawingml/2006/main">
            <a:r>
              <a:t>codex-rs/core/tests/suite/resume.rs:57</a:t>
            </a:r>
          </a:p>
          <a:p xmlns:a="http://schemas.openxmlformats.org/drawingml/2006/main">
            <a:r>
              <a:t>https://github.com/openai/codex/blob/517f51a6f7101e2bda4c96cbd0605f8c55aba20b/codex-rs/core/tests/suite/resume.rs#L57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token_info</a:t>
            </a:r>
          </a:p>
          <a:p xmlns:a="http://schemas.openxmlformats.org/drawingml/2006/main">
            <a:r>
              <a:t>codex-rs/core/src/context_manager/history.rs:345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https://github.com/openai/codex/blob/517f51a6f7101e2bda4c96cbd0605f8c55aba20b/codex-rs/core/src/context_manager/history.rs#L345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ResponseMock::single_request</a:t>
            </a:r>
          </a:p>
          <a:p xmlns:a="http://schemas.openxmlformats.org/drawingml/2006/main">
            <a:r>
              <a:t>codex-rs/core/tests/common/responses.rs:50</a:t>
            </a:r>
          </a:p>
          <a:p xmlns:a="http://schemas.openxmlformats.org/drawingml/2006/main">
            <a:r>
              <a:t>https://github.com/openai/codex/blob/517f51a6f7101e2bda4c96cbd0605f8c55aba20b/codex-rs/core/tests/common/responses.rs#L50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local_listing_and_search_ignore_symlinks</a:t>
            </a:r>
          </a:p>
          <a:p xmlns:a="http://schemas.openxmlformats.org/drawingml/2006/main">
            <a:r>
              <a:t>codex-rs/ext/memories/src/tests.rs:344</a:t>
            </a:r>
          </a:p>
          <a:p xmlns:a="http://schemas.openxmlformats.org/drawingml/2006/main">
            <a:r>
              <a:t>https://github.com/openai/codex/blob/517f51a6f7101e2bda4c96cbd0605f8c55aba20b/codex-rs/ext/memories/src/tests.rs#L344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memories_startup_phase2_tracks_workspace_diff_across_runs</a:t>
            </a:r>
          </a:p>
          <a:p xmlns:a="http://schemas.openxmlformats.org/drawingml/2006/main">
            <a:r>
              <a:t>codex-rs/memories/write/src/startup_tests.rs:356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https://github.com/openai/codex/blob/517f51a6f7101e2bda4c96cbd0605f8c55aba20b/codex-rs/memories/write/src/startup_tests.rs#L356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phase2_retries_when_clean_workspace_is_missing_artifacts</a:t>
            </a:r>
          </a:p>
          <a:p xmlns:a="http://schemas.openxmlformats.org/drawingml/2006/main">
            <a:r>
              <a:t>codex-rs/memories/write/src/startup_tests.rs:445</a:t>
            </a:r>
          </a:p>
          <a:p xmlns:a="http://schemas.openxmlformats.org/drawingml/2006/main">
            <a:r>
              <a:t>https://github.com/openai/codex/blob/517f51a6f7101e2bda4c96cbd0605f8c55aba20b/codex-rs/memories/write/src/startup_tests.rs#L445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auto_compact_runs_after_resume_when_token_usage_is_over_limit</a:t>
            </a:r>
          </a:p>
          <a:p xmlns:a="http://schemas.openxmlformats.org/drawingml/2006/main">
            <a:r>
              <a:t>codex-rs/core/tests/suite/compact.rs:2199</a:t>
            </a:r>
          </a:p>
          <a:p xmlns:a="http://schemas.openxmlformats.org/drawingml/2006/main">
            <a:r>
              <a:t>https://github.com/openai/codex/blob/517f51a6f7101e2bda4c96cbd0605f8c55aba20b/codex-rs/core/tests/suite/compact.rs#L2199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本章是将通用 harness 迁移到行情后台的教学设计，工具、标识、时间和数值均为虚构示例，不是 Codex 自带行情能力或生产测试结果。任务输入固定为 venue-X、instrument-A、2026-09-22 02:00:00Z 至 02:10:00Z，延迟定义为本系统接收到持久化确认，不包括交易所到接入之前的时间。业务接口应说明持久化确认是写入返回、刷盘还是副本确认。用户描述异常后，Agent 先核对监控口径与证据，再选择查询，不能直接以用户的异常描述证明原因。行情数据链路负责确定性处理，Agent 负责辅助查证。可以复用的 Memory 是已经确认的指标定义、排查约定与历史工单入口，瞬时延迟值只能作为带时间范围的证据。页脚 Codex 入口用于参考执行循环与权限编排，不是行情实现源码。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这些工具是建议的业务契约，不代表团队现有接口。get_sample_trace 接受 event_id 和 trace_id，返回接收、入队、出队、持久化确认等阶段的时间及 clock_domain；跨进程无法直接共享单调时钟时，需要可信的同步及误差说明。get_window_stats 接受 venue、instrument、start、end、metric，统计应由服务端确定性计算，返回样本量、分位数、缺失比例以及可比较的基线。get_changes 查询部署、配置或数据源变更，但时间相关不构成因果证明。三个接口都需要统一 result_status，例如 ok、partial、error，并说明截断和分页。查询时间与数据发生时间分别记录。只读工具也要限制查询范围、结果大小和后端并发。工具返回的错误应作为观察交回模型，而不是无条件循环重试。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全部数值为教学构造：3 + 180 + 12 = 195 ms。基于同一事件、同一时钟域的连续阶段时间，区间相减才有明确含义。这不是通过不同阶段的 p95 相减来求等待时间，分位数不能这样分解。外部源时间若与本地接收时钟不一致，不应直接把差值当成网络延迟。当前可以确认 E-17 的主要时间消耗在队列等待，仍不能确认整个时间窗都如此，也不能判断是突发流量、消费速度下降还是其他原因。下一步先用 get_window_stats 验证覆盖范围与相同口径基线；如队列等待确实普遍升高，再查询消费速率、资源或下游状态。get_changes 只能提供待验证线索。若缺少消费者状态接口，报告应明确需要补查，不能从队列等待直接跳到重启服务。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本页是业务验收方案，不是已运行的测试结果。固定 E-17 阶段时间，程序测试可以断言总时长 195 ms、等待 180 ms，且工具结果与 call_id 配对。对真实模型评估，应检查语义而不是逐字比较：它应限制结论适用范围、引用证据、提出必要补查，并且不发起未授权操作。记录工具调用、请求内容、最终回答与耗时，便于区分接口故障、运行时故障和模型判断错误。测试样本应包含不同原因，而不是仅反复测试一个队列慢的案例。Memory 可以提供历史工单入口或指标口径，但每次任务仍需核验当前观测。团队练习：为本页四种情形各写一条明确断言，再用现有接口检查哪些证据尚不可获得。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25【系统分工】行情链路和 Agent 各负责什么？给一个可验收的只读任务。</a:t>
            </a:r>
          </a:p>
          <a:p xmlns:a="http://schemas.openxmlformats.org/drawingml/2006/main">
            <a:r>
              <a:t>回看：第 34 页</a:t>
            </a:r>
          </a:p>
          <a:p xmlns:a="http://schemas.openxmlformats.org/drawingml/2006/main">
            <a:r>
              <a:t>答案要点：采集、计算、分发与权威数据状态由业务系统负责；Agent 根据目标查证并报告。任务应明确市场、品种、时间窗、延迟起止点及交付证据，避免把模型推理放进实时主链路。</a:t>
            </a:r>
          </a:p>
          <a:p xmlns:a="http://schemas.openxmlformats.org/drawingml/2006/main">
            <a:r>
              <a:t>误区：让模型代替确定性统计或直接猜根因。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26【工具与口径】查样本、查窗口、查变更分别证明什么？p95 能否按阶段相减？</a:t>
            </a:r>
          </a:p>
          <a:p xmlns:a="http://schemas.openxmlformats.org/drawingml/2006/main">
            <a:r>
              <a:t>回看：第 35、36 页</a:t>
            </a:r>
          </a:p>
          <a:p xmlns:a="http://schemas.openxmlformats.org/drawingml/2006/main">
            <a:r>
              <a:t>答案要点：样本展示单事件过程，窗口统计验证覆盖范围，变更提供待查线索而非因果证明。输入输出明确时区、单位、来源、查询时间与缺失情况。不同阶段的 p95 不能直接相减求等待时间。</a:t>
            </a:r>
          </a:p>
          <a:p xmlns:a="http://schemas.openxmlformats.org/drawingml/2006/main">
            <a:r>
              <a:t>误区：相近时间发生的变更就是根因。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27【样本推断】E-17 的三段耗时是 3、180、12 ms，你能得出什么？下一步查什么？</a:t>
            </a:r>
          </a:p>
          <a:p xmlns:a="http://schemas.openxmlformats.org/drawingml/2006/main">
            <a:r>
              <a:t>回看：第 36 页</a:t>
            </a:r>
          </a:p>
          <a:p xmlns:a="http://schemas.openxmlformats.org/drawingml/2006/main">
            <a:r>
              <a:t>答案要点：总耗时 195 ms，该样本主要耗时为队列等待 180 ms。前提是同一事件和可比较时钟。不能据一条样本推断全窗口异常或 CPU 根因；先查同口径窗口及基线，再查消费能力等证据。</a:t>
            </a:r>
          </a:p>
          <a:p xmlns:a="http://schemas.openxmlformats.org/drawingml/2006/main">
            <a:r>
              <a:t>误区：一个慢样本就代表整个系统故障。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28【失败验收】统计查询失败，旧工单却给出熟悉的根因。合格报告应该怎样写？</a:t>
            </a:r>
          </a:p>
          <a:p xmlns:a="http://schemas.openxmlformats.org/drawingml/2006/main">
            <a:r>
              <a:t>回看：第 37 页</a:t>
            </a:r>
          </a:p>
          <a:p xmlns:a="http://schemas.openxmlformats.org/drawingml/2006/main">
            <a:r>
              <a:t>答案要点：说明已有样本、查询失败及覆盖范围缺口，旧工单仅作线索，列出补查。允许证据不足，禁止声称没有异常、照搬根因或自动重启。关键结论应可追溯到事件或数据。</a:t>
            </a:r>
          </a:p>
          <a:p xmlns:a="http://schemas.openxmlformats.org/drawingml/2006/main">
            <a:r>
              <a:t>误区：用历史经验填补当前证据缺失。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Memory v2 读取指令</a:t>
            </a:r>
          </a:p>
          <a:p xmlns:a="http://schemas.openxmlformats.org/drawingml/2006/main">
            <a:r>
              <a:t>codex-rs/ext/memories/templates/memories/read_path_v2.md:1</a:t>
            </a:r>
          </a:p>
          <a:p xmlns:a="http://schemas.openxmlformats.org/drawingml/2006/main">
            <a:r>
              <a:t>https://github.com/openai/codex/blob/517f51a6f7101e2bda4c96cbd0605f8c55aba20b/codex-rs/ext/memories/templates/memories/read_path_v2.md#L1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本页是自建 Agent 的接口建议，不声称 Codex 使用这四个同名类型。ToolSpec 可用 JSON Schema 描述输入。ToolCall.call_id 关联结果，不是权限凭证或幂等键。ToolResult.status 可以设计为 ok、error、cancelled、unknown 等明确状态，unknown 用于不能确定外部操作结果的情况。TaskState 包含实际调用与结果、剩余预算、任务完成或停止原因。context.build 从 TaskState 构造模型可见输入，而不是直接把全部日志传给模型。模型适配器应对结构化响应做解析验证；工具入口对参数再校验。选择一个只读工具即可先跑通链路，无需先引入 Memory。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示例：用户问某服务错误数，模型调用只读查询，工具返回固定教学数据，第二次模型请求包含调用与结果，并生成带来源回答。第二步分别注入不存在的工具、非法参数、权限拒绝、查询超时、取消及预算不足，程序都应给出明确状态，不能无限重试。第三步在调用前后及结果保存前后设置中断点，检查恢复后的输入与状态，防止重复执行有副作用的操作。第四步把模拟响应换成真实模型，保留固定数据与验收条件，评估工具选择和结论质量。这是建议的实施与测试路线，没有声称已经构建或运行该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resume_includes_initial_messages_from_rollout_events</a:t>
            </a:r>
          </a:p>
          <a:p xmlns:a="http://schemas.openxmlformats.org/drawingml/2006/main">
            <a:r>
              <a:t>codex-rs/core/tests/suite/resume.rs:57</a:t>
            </a:r>
          </a:p>
          <a:p xmlns:a="http://schemas.openxmlformats.org/drawingml/2006/main">
            <a:r>
              <a:t>https://github.com/openai/codex/blob/517f51a6f7101e2bda4c96cbd0605f8c55aba20b/codex-rs/core/tests/suite/resume.rs#L57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代码基线固定为 517f51a6f7101e2bda4c96cbd0605f8c55aba20b。入口一：core/src/session/turn.rs 的 run_turn，追踪循环何时继续及 run_sampling_request 怎样参与请求。入口二：core/src/tools/orchestrator.rs 的 ToolOrchestrator::run，只覆盖接入其抽象的工具路径，不是所有业务权限的现成实现。入口三：core/src/context_manager/history.rs 的 ContextManager::record_items，观察历史追加和工具输出截断；normalize.rs 则处理调用结果配对的规范化。入口四：core/tests/suite/tool_parallelism.rs 的 tool_results_grouped，观察模拟模型和真实 harness 的边界，以及后续请求断言。持久化另看 rollout/src/recorder.rs 的 record_canonical_items 与对应保存语义；恢复测试见 core/tests/suite/resume.rs。需要长期 Memory 时再阅读 memories/write/src/phase1.rs 和 phase2.rs。固定提交链接避免主分支变化导致行号漂移，可在本地用符号搜索继续追调用关系。不要从 run_turn 第一行一路复制，先确定自建接口需要保证什么，再读对应实现和测试。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codex-rs/core/src/tools/orchestrator.rs:122–202</a:t>
            </a:r>
          </a:p>
          <a:p xmlns:a="http://schemas.openxmlformats.org/drawingml/2006/main">
            <a:r>
              <a:t>位置：接入 ToolRuntime 的工具执行编排入口。调用方已经提供 tool、req 与 ToolCtx。本段先取得本轮配置和执行环境，再计算 ExecApprovalRequirement，Forbidden 分支直接返回 Rejected。202 行后继续看 NeedsApproval 分支，227 行后才准备首次沙箱尝试。问题：模型要求执行，为什么仍然可能被拒绝？迁移：权限判断放在执行入口，失败有结构化状态。边界：这只覆盖接入该抽象的工具，不能替代业务服务端的数据权限。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codex-rs/core/src/context_manager/normalize.rs:21–68</a:t>
            </a:r>
          </a:p>
          <a:p xmlns:a="http://schemas.openxmlformats.org/drawingml/2006/main">
            <a:r>
              <a:t>位置：历史规范化，处理调用有记录但结果缺失的情况。21–43 收集已有输出编号，49 行开始找缺失项，55–68 为 FunctionCall 构造带相同 call_id 的 aborted 结果。先只读 FunctionCall 分支，再比较其他调用类型。问题：这个 aborted 能证明外部命令没执行吗？不能，它说明当前历史缺少结果。迁移：区分协议上的补齐与真实世界的操作确认。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codex-rs/core/tests/suite/tool_parallelism.rs:226–301</a:t>
            </a:r>
          </a:p>
          <a:p xmlns:a="http://schemas.openxmlformats.org/drawingml/2006/main">
            <a:r>
              <a:t>位置：core 集成测试，模拟模型响应，运行真实 harness。先读 232–255：固定三个 exec_command 调用及第二轮响应。再读 257–259：提交任务，捕获下一次请求。最后读 276–297：检查调用数、结果数、调用先于结果以及按顺序匹配 call_id。问题：为什么断言实际请求，而不只断言最终回答文本？迁移：mock 模型边界，检查真实状态转换与输出协议。这个测试不验证模型选工具是否聪明，也没有断言 shell 输出正文。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run_sampling_request</a:t>
            </a:r>
          </a:p>
          <a:p xmlns:a="http://schemas.openxmlformats.org/drawingml/2006/main">
            <a:r>
              <a:t>codex-rs/core/src/session/turn.rs:1584</a:t>
            </a:r>
          </a:p>
          <a:p xmlns:a="http://schemas.openxmlformats.org/drawingml/2006/main">
            <a:r>
              <a:t>https://github.com/openai/codex/blob/517f51a6f7101e2bda4c96cbd0605f8c55aba20b/codex-rs/core/src/session/turn.rs#L1584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resume_includes_initial_messages_from_rollout_events</a:t>
            </a:r>
          </a:p>
          <a:p xmlns:a="http://schemas.openxmlformats.org/drawingml/2006/main">
            <a:r>
              <a:t>codex-rs/core/tests/suite/resume.rs:57</a:t>
            </a:r>
          </a:p>
          <a:p xmlns:a="http://schemas.openxmlformats.org/drawingml/2006/main">
            <a:r>
              <a:t>https://github.com/openai/codex/blob/517f51a6f7101e2bda4c96cbd0605f8c55aba20b/codex-rs/core/tests/suite/resume.rs#L57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ResponseMock::single_request</a:t>
            </a:r>
          </a:p>
          <a:p xmlns:a="http://schemas.openxmlformats.org/drawingml/2006/main">
            <a:r>
              <a:t>codex-rs/core/tests/common/responses.rs:50</a:t>
            </a:r>
          </a:p>
          <a:p xmlns:a="http://schemas.openxmlformats.org/drawingml/2006/main">
            <a:r>
              <a:t>https://github.com/openai/codex/blob/517f51a6f7101e2bda4c96cbd0605f8c55aba20b/codex-rs/core/tests/common/responses.rs#L50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phase2::run</a:t>
            </a:r>
          </a:p>
          <a:p xmlns:a="http://schemas.openxmlformats.org/drawingml/2006/main">
            <a:r>
              <a:t>codex-rs/memories/write/src/phase2.rs:49</a:t>
            </a:r>
          </a:p>
          <a:p xmlns:a="http://schemas.openxmlformats.org/drawingml/2006/main">
            <a:r>
              <a:t>https://github.com/openai/codex/blob/517f51a6f7101e2bda4c96cbd0605f8c55aba20b/codex-rs/memories/write/src/phase2.rs#L49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代码按原有变量与条件节选，换行调整，注释标出的省略不代表真实代码立即结束任务。第 563 行用逻辑或合并模型侧需求与待输入状态。第 640 行仅在没有后续需求时进入停止处理，后面仍有 hooks 和其他分支。调用上下文：run_turn 先克隆历史并通过 for_prompt 得到输入，调用 run_sampling_request，取出 SamplingRequestResult，再结合当前输入队列状态。读者实验：假设模型已给最终回答，但用户刚补充“还要检查另一个服务”，如果只依赖模型完成标记，就会漏掉输入。自建系统可从更简单的 continue/complete/stopped/failed 状态开始，但必须明确取消、预算与待输入谁优先，不需要照搬 Codex hooks。不要把 needs_follow_up 当成是否存在工具调用的唯一同义词。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codex-rs/core/src/session/turn.rs:512–563</a:t>
            </a:r>
          </a:p>
          <a:p xmlns:a="http://schemas.openxmlformats.org/drawingml/2006/main">
            <a:r>
              <a:t>位置：run_turn 的一次循环中。上游已记录用户输入并形成 step_context。先读 512–531：从历史生成模型输入并请求模型；再读 535–563：合并模型后续需求与待处理输入。接着跳到 640–658 看进入停止处理的条件。输入是会话历史和当前请求上下文，结果包含是否还需继续。问题：用户在模型运行期间补充输入时，为什么不能只看模型是否回答完？迁移：把“是否继续”做成程序条件。暂时跳过压缩和 hooks 的内部实现，之后再展开。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codex-rs/core/src/session/turn.rs:640–658</a:t>
            </a:r>
          </a:p>
          <a:p xmlns:a="http://schemas.openxmlformats.org/drawingml/2006/main">
            <a:r>
              <a:t>这段是没有后续需求时的停止处理入口。进入此分支之后仍检查 hooks，不能把条件成立等同于无条件结束。</a:t>
            </a:r>
          </a:p>
          <a:p xmlns:a="http://schemas.openxmlformats.org/drawingml/2006/main">
            <a:r>
              <a:t>https://github.com/openai/codex/blob/517f51a6f7101e2bda4c96cbd0605f8c55aba20b/codex-rs/core/src/session/turn.rs#L640-L658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codex-rs/core/src/session/turn.rs:640</a:t>
            </a:r>
          </a:p>
          <a:p xmlns:a="http://schemas.openxmlformats.org/drawingml/2006/main">
            <a:r>
              <a:t>https://github.com/openai/codex/blob/517f51a6f7101e2bda4c96cbd0605f8c55aba20b/codex-rs/core/src/session/turn.rs#L640-L658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这是一段非连续源码节选，不应直接复制编译。输出的可变引用 output 来自 processed.item 的 FunctionCallOutput 或 CustomToolCallOutput 分支。policy 优先使用 metadata.history_truncation_token_limit，否则应用序列化余量后的默认策略。Arc::make_mut 表示对共享数据进行可变访问时可能克隆底层值，之后 push 将处理后的条目追加到历史。设计重点是上下文输入受控，而不是要求自建系统使用 Arc 或同样的 Rust 泛型。对照问题：如果工具返回巨大日志而这里不限制，会怎样影响上下文预算？如果只留下摘要却无原始证据入口，之后如何复核？本函数没有替你建设外部证据存储，也不能把 record_items 解释为磁盘持久化完成。继续阅读 for_prompt 471–476，区分“记录历史”与“生成本次模型输入”。最后回到第 29 页测试，思考怎样断言输出截断后仍保留正确 call_id。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源码走读（固定提交，建议按段阅读）</a:t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codex-rs/core/src/context_manager/history.rs:400–453</a:t>
            </a:r>
          </a:p>
          <a:p xmlns:a="http://schemas.openxmlformats.org/drawingml/2006/main">
            <a:r>
              <a:t>位置：模型可见历史的记录层。400–406 是 record_items 入口，它把条目转交 record_items_with_metadata。422–431 过滤不适合进入 API 历史的条目；433–445 复制条目并对工具输出应用截断策略；453 行追加处理后的条目。后续 468–476 的 for_prompt 才是准备发送模型输入的入口。问题：为什么要区分原始证据、历史记录和这次模型输入？迁移：在上下文入口限制规模，并为外部原始证据保留可追溯位置。本段本身不证明原始证据已持久化。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用法：先独立作答，再解释原因。以下是答案要点，不要求逐字背诵。</a:t>
            </a:r>
          </a:p>
          <a:p xmlns:a="http://schemas.openxmlformats.org/drawingml/2006/main">
            <a:r>
              <a:t>评价标准：0=结论或边界错误；1=判断正确但缺理由或失败处理；2=能解释机制、边界并提出验证办法。仅用于自查，不是能力认证。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29【接口设计】ToolSpec、ToolCall、ToolResult、TaskState 各保存什么？执行入口检查什么？</a:t>
            </a:r>
          </a:p>
          <a:p xmlns:a="http://schemas.openxmlformats.org/drawingml/2006/main">
            <a:r>
              <a:t>回看：第 39 页</a:t>
            </a:r>
          </a:p>
          <a:p xmlns:a="http://schemas.openxmlformats.org/drawingml/2006/main">
            <a:r>
              <a:t>答案要点：工具定义含名称、参数结构与入口；调用含编号、工具名与参数；结果含对应编号、状态、数据或错误；任务状态含目标、事件、预算和停止原因。入口校验注册、参数、权限、时间及预算。</a:t>
            </a:r>
          </a:p>
          <a:p xmlns:a="http://schemas.openxmlformats.org/drawingml/2006/main">
            <a:r>
              <a:t>误区：有 call_id 就具备幂等和授权。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30【任务继续】模型不要求继续，但还有待处理输入时，needs_follow_up 应是什么？</a:t>
            </a:r>
          </a:p>
          <a:p xmlns:a="http://schemas.openxmlformats.org/drawingml/2006/main">
            <a:r>
              <a:t>回看：第 42 页</a:t>
            </a:r>
          </a:p>
          <a:p xmlns:a="http://schemas.openxmlformats.org/drawingml/2006/main">
            <a:r>
              <a:t>答案要点：逻辑或的结果为 true。运行状态参与继续判断，不能只依赖最终回答。即使没有后续需求也只是进入停止处理，仍有 hooks 等逻辑。自建系统还需明确取消和预算的优先级。</a:t>
            </a:r>
          </a:p>
          <a:p xmlns:a="http://schemas.openxmlformats.org/drawingml/2006/main">
            <a:r>
              <a:t>误区：没有工具调用就总能立刻结束。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31【上下文代码】clone、truncate、push 分别做什么？push 后能否认定证据已保存到磁盘？</a:t>
            </a:r>
          </a:p>
          <a:p xmlns:a="http://schemas.openxmlformats.org/drawingml/2006/main">
            <a:r>
              <a:t>回看：第 43 页</a:t>
            </a:r>
          </a:p>
          <a:p xmlns:a="http://schemas.openxmlformats.org/drawingml/2006/main">
            <a:r>
              <a:t>答案要点：复制条目、对工具输出应用规模策略、追加处理后历史。push 本身不证明磁盘持久化，也不提供原始证据存储。迁移时区分原始证据、模型可见历史和本次请求，并测试编号不丢失。</a:t>
            </a:r>
          </a:p>
          <a:p xmlns:a="http://schemas.openxmlformats.org/drawingml/2006/main">
            <a:r>
              <a:t>误区：复制 Codex 的 Rust 类型就自动获得同样可靠性。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 32【实践交付】只给你一个只读工具，怎样分步实现并证明自己的 Agent 可用？</a:t>
            </a:r>
          </a:p>
          <a:p xmlns:a="http://schemas.openxmlformats.org/drawingml/2006/main">
            <a:r>
              <a:t>回看：第 40、41 页</a:t>
            </a:r>
          </a:p>
          <a:p xmlns:a="http://schemas.openxmlformats.org/drawingml/2006/main">
            <a:r>
              <a:t>答案要点：先跑通模型—工具—后续请求，再验证非法调用与停止边界，再补持久化和恢复，最后用固定模型响应测程序、真实任务测结论。按问题读指定范围和测试，不整块搬运代码。交付接口、可运行流程及成功/失败验收样本。</a:t>
            </a:r>
          </a:p>
          <a:p xmlns:a="http://schemas.openxmlformats.org/drawingml/2006/main">
            <a:r>
              <a:t>误区：先通读整个 core，或仅凭一次演示宣布完成。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源码基线：517f51a6f7101e2bda4c96cbd0605f8c55aba20b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ToolCall</a:t>
            </a:r>
          </a:p>
          <a:p xmlns:a="http://schemas.openxmlformats.org/drawingml/2006/main">
            <a:r>
              <a:t>codex-rs/core/src/tools/router.rs:37</a:t>
            </a:r>
          </a:p>
          <a:p xmlns:a="http://schemas.openxmlformats.org/drawingml/2006/main">
            <a:r>
              <a:t>https://github.com/openai/codex/blob/517f51a6f7101e2bda4c96cbd0605f8c55aba20b/codex-rs/core/src/tools/router.rs#L37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ContextManager::record_items</a:t>
            </a:r>
          </a:p>
          <a:p xmlns:a="http://schemas.openxmlformats.org/drawingml/2006/main">
            <a:r>
              <a:t>codex-rs/core/src/context_manager/history.rs:400</a:t>
            </a:r>
          </a:p>
          <a:p xmlns:a="http://schemas.openxmlformats.org/drawingml/2006/main">
            <a:r>
              <a:t>https://github.com/openai/codex/blob/517f51a6f7101e2bda4c96cbd0605f8c55aba20b/codex-rs/core/src/context_manager/history.rs#L400-L453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record_canonical_items</a:t>
            </a:r>
          </a:p>
          <a:p xmlns:a="http://schemas.openxmlformats.org/drawingml/2006/main">
            <a:r>
              <a:t>codex-rs/rollout/src/recorder.rs:1035</a:t>
            </a:r>
          </a:p>
          <a:p xmlns:a="http://schemas.openxmlformats.org/drawingml/2006/main">
            <a:r>
              <a:t>https://github.com/openai/codex/blob/517f51a6f7101e2bda4c96cbd0605f8c55aba20b/codex-rs/rollout/src/recorder.rs#L1035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codex-rs/core/src/session/turn.rs:512</a:t>
            </a:r>
          </a:p>
          <a:p xmlns:a="http://schemas.openxmlformats.org/drawingml/2006/main">
            <a:r>
              <a:t>https://github.com/openai/codex/blob/517f51a6f7101e2bda4c96cbd0605f8c55aba20b/codex-rs/core/src/session/turn.rs#L512-L563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run_turn</a:t>
            </a:r>
          </a:p>
          <a:p xmlns:a="http://schemas.openxmlformats.org/drawingml/2006/main">
            <a:r>
              <a:t>codex-rs/core/src/session/turn.rs:640</a:t>
            </a:r>
          </a:p>
          <a:p xmlns:a="http://schemas.openxmlformats.org/drawingml/2006/main">
            <a:r>
              <a:t>https://github.com/openai/codex/blob/517f51a6f7101e2bda4c96cbd0605f8c55aba20b/codex-rs/core/src/session/turn.rs#L640-L658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tool_results_grouped</a:t>
            </a:r>
          </a:p>
          <a:p xmlns:a="http://schemas.openxmlformats.org/drawingml/2006/main">
            <a:r>
              <a:t>codex-rs/core/tests/suite/tool_parallelism.rs:226</a:t>
            </a:r>
          </a:p>
          <a:p xmlns:a="http://schemas.openxmlformats.org/drawingml/2006/main">
            <a:r>
              <a:t>https://github.com/openai/codex/blob/517f51a6f7101e2bda4c96cbd0605f8c55aba20b/codex-rs/core/tests/suite/tool_parallelism.rs#L226-L301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mount_sse_once</a:t>
            </a:r>
          </a:p>
          <a:p xmlns:a="http://schemas.openxmlformats.org/drawingml/2006/main">
            <a:r>
              <a:t>codex-rs/core/tests/common/responses.rs:1108</a:t>
            </a:r>
          </a:p>
          <a:p xmlns:a="http://schemas.openxmlformats.org/drawingml/2006/main">
            <a:r>
              <a:t>https://github.com/openai/codex/blob/517f51a6f7101e2bda4c96cbd0605f8c55aba20b/codex-rs/core/tests/common/responses.rs#L1108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resume_includes_initial_messages_from_rollout_events</a:t>
            </a:r>
          </a:p>
          <a:p xmlns:a="http://schemas.openxmlformats.org/drawingml/2006/main">
            <a:r>
              <a:t>codex-rs/core/tests/suite/resume.rs:57</a:t>
            </a:r>
          </a:p>
          <a:p xmlns:a="http://schemas.openxmlformats.org/drawingml/2006/main">
            <a:r>
              <a:t>https://github.com/openai/codex/blob/517f51a6f7101e2bda4c96cbd0605f8c55aba20b/codex-rs/core/tests/suite/resume.rs#L57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run_sampling_request</a:t>
            </a:r>
          </a:p>
          <a:p xmlns:a="http://schemas.openxmlformats.org/drawingml/2006/main">
            <a:r>
              <a:t>codex-rs/core/src/session/turn.rs:1584</a:t>
            </a:r>
          </a:p>
          <a:p xmlns:a="http://schemas.openxmlformats.org/drawingml/2006/main">
            <a:r>
              <a:t>https://github.com/openai/codex/blob/517f51a6f7101e2bda4c96cbd0605f8c55aba20b/codex-rs/core/src/session/turn.rs#L1584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ToolOrchestrator::run</a:t>
            </a:r>
          </a:p>
          <a:p xmlns:a="http://schemas.openxmlformats.org/drawingml/2006/main">
            <a:r>
              <a:t>codex-rs/core/src/tools/orchestrator.rs:122</a:t>
            </a:r>
          </a:p>
          <a:p xmlns:a="http://schemas.openxmlformats.org/drawingml/2006/main">
            <a:r>
              <a:t>https://github.com/openai/codex/blob/517f51a6f7101e2bda4c96cbd0605f8c55aba20b/codex-rs/core/src/tools/orchestrator.rs#L122-L202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ensure_call_outputs_present</a:t>
            </a:r>
          </a:p>
          <a:p xmlns:a="http://schemas.openxmlformats.org/drawingml/2006/main">
            <a:r>
              <a:t>codex-rs/core/src/context_manager/normalize.rs:21</a:t>
            </a:r>
          </a:p>
          <a:p xmlns:a="http://schemas.openxmlformats.org/drawingml/2006/main">
            <a:r>
              <a:t>https://github.com/openai/codex/blob/517f51a6f7101e2bda4c96cbd0605f8c55aba20b/codex-rs/core/src/context_manager/normalize.rs#L21-L68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ResponseMock::single_request</a:t>
            </a:r>
          </a:p>
          <a:p xmlns:a="http://schemas.openxmlformats.org/drawingml/2006/main">
            <a:r>
              <a:t>codex-rs/core/tests/common/responses.rs:50</a:t>
            </a:r>
          </a:p>
          <a:p xmlns:a="http://schemas.openxmlformats.org/drawingml/2006/main">
            <a:r>
              <a:t>https://github.com/openai/codex/blob/517f51a6f7101e2bda4c96cbd0605f8c55aba20b/codex-rs/core/tests/common/responses.rs#L50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phase1::run</a:t>
            </a:r>
          </a:p>
          <a:p xmlns:a="http://schemas.openxmlformats.org/drawingml/2006/main">
            <a:r>
              <a:t>codex-rs/memories/write/src/phase1.rs:56</a:t>
            </a:r>
          </a:p>
          <a:p xmlns:a="http://schemas.openxmlformats.org/drawingml/2006/main">
            <a:r>
              <a:t>https://github.com/openai/codex/blob/517f51a6f7101e2bda4c96cbd0605f8c55aba20b/codex-rs/memories/write/src/phase1.rs#L56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phase2::run</a:t>
            </a:r>
          </a:p>
          <a:p xmlns:a="http://schemas.openxmlformats.org/drawingml/2006/main">
            <a:r>
              <a:t>codex-rs/memories/write/src/phase2.rs:49</a:t>
            </a:r>
          </a:p>
          <a:p xmlns:a="http://schemas.openxmlformats.org/drawingml/2006/main">
            <a:r>
              <a:t>https://github.com/openai/codex/blob/517f51a6f7101e2bda4c96cbd0605f8c55aba20b/codex-rs/memories/write/src/phase2.rs#L49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bcf84dda2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b75a3917f14484" /><Relationship Type="http://schemas.openxmlformats.org/officeDocument/2006/relationships/slideLayout" Target="/ppt/slideLayouts/slideLayout1.xml" Id="Rab51bda6e54a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51bda6e54a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7e94579eb470c" /><Relationship Type="http://schemas.openxmlformats.org/officeDocument/2006/relationships/hyperlink" Target="https://github.com/openai/codex/blob/517f51a6f7101e2bda4c96cbd0605f8c55aba20b/codex-rs/core/src/session/turn.rs#L512-L563" TargetMode="External" Id="Re3dccd1a8232497c" /><Relationship Type="http://schemas.openxmlformats.org/officeDocument/2006/relationships/notesSlide" Target="/ppt/notesSlides/notesSlide1.xml" Id="R3e54674d6eaf48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5396dc0d46e1" /><Relationship Type="http://schemas.openxmlformats.org/officeDocument/2006/relationships/notesSlide" Target="/ppt/notesSlides/notesSlide2.xml" Id="Ra0c8d3a9484e42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6bd614904c70" /><Relationship Type="http://schemas.openxmlformats.org/officeDocument/2006/relationships/hyperlink" Target="https://github.com/openai/codex/blob/517f51a6f7101e2bda4c96cbd0605f8c55aba20b/codex-rs/core/src/session/turn.rs#L512-L563" TargetMode="External" Id="R933aae8af0694233" /><Relationship Type="http://schemas.openxmlformats.org/officeDocument/2006/relationships/notesSlide" Target="/ppt/notesSlides/notesSlide3.xml" Id="Ree9a6967ef6f4c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04e32d27d49ed" /><Relationship Type="http://schemas.openxmlformats.org/officeDocument/2006/relationships/hyperlink" Target="https://github.com/openai/codex/blob/517f51a6f7101e2bda4c96cbd0605f8c55aba20b/codex-rs/core/src/session/turn.rs#L512-L563" TargetMode="External" Id="Re294a18a33b342ad" /><Relationship Type="http://schemas.openxmlformats.org/officeDocument/2006/relationships/hyperlink" Target="https://github.com/openai/codex/blob/517f51a6f7101e2bda4c96cbd0605f8c55aba20b/codex-rs/core/src/tools/orchestrator.rs#L122-L202" TargetMode="External" Id="R0cf7975d5053473f" /><Relationship Type="http://schemas.openxmlformats.org/officeDocument/2006/relationships/notesSlide" Target="/ppt/notesSlides/notesSlide4.xml" Id="Re34a5ef60a354d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0fc62b21a460a" /><Relationship Type="http://schemas.openxmlformats.org/officeDocument/2006/relationships/hyperlink" Target="https://github.com/openai/codex/blob/517f51a6f7101e2bda4c96cbd0605f8c55aba20b/codex-rs/core/src/session/turn.rs#L512-L563" TargetMode="External" Id="R33a15243789044fd" /><Relationship Type="http://schemas.openxmlformats.org/officeDocument/2006/relationships/hyperlink" Target="https://github.com/openai/codex/blob/517f51a6f7101e2bda4c96cbd0605f8c55aba20b/codex-rs/core/src/session/turn.rs#L423" TargetMode="External" Id="R820d2558a5f4438e" /><Relationship Type="http://schemas.openxmlformats.org/officeDocument/2006/relationships/notesSlide" Target="/ppt/notesSlides/notesSlide5.xml" Id="R3c265fed89a647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53caa1a7e4978" /><Relationship Type="http://schemas.openxmlformats.org/officeDocument/2006/relationships/notesSlide" Target="/ppt/notesSlides/notesSlide6.xml" Id="R93f70d4229074e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a7d917ab4ca6" /><Relationship Type="http://schemas.openxmlformats.org/officeDocument/2006/relationships/hyperlink" Target="https://github.com/openai/codex/blob/517f51a6f7101e2bda4c96cbd0605f8c55aba20b/codex-rs/core/src/session/turn.rs#L512-L563" TargetMode="External" Id="R8b0020f8f1d54f53" /><Relationship Type="http://schemas.openxmlformats.org/officeDocument/2006/relationships/hyperlink" Target="https://github.com/openai/codex/blob/517f51a6f7101e2bda4c96cbd0605f8c55aba20b/codex-rs/core/src/session/turn.rs#L1584" TargetMode="External" Id="R4e0f472fc14d4d45" /><Relationship Type="http://schemas.openxmlformats.org/officeDocument/2006/relationships/notesSlide" Target="/ppt/notesSlides/notesSlide7.xml" Id="Rc67e648d09ce42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95a3ba0514ba0" /><Relationship Type="http://schemas.openxmlformats.org/officeDocument/2006/relationships/hyperlink" Target="https://github.com/openai/codex/blob/517f51a6f7101e2bda4c96cbd0605f8c55aba20b/codex-rs/core/src/tools/router.rs#L37" TargetMode="External" Id="R2a13bc40ce1745c0" /><Relationship Type="http://schemas.openxmlformats.org/officeDocument/2006/relationships/hyperlink" Target="https://github.com/openai/codex/blob/517f51a6f7101e2bda4c96cbd0605f8c55aba20b/codex-rs/core/src/tools/orchestrator.rs#L122-L202" TargetMode="External" Id="R04f29c8564474296" /><Relationship Type="http://schemas.openxmlformats.org/officeDocument/2006/relationships/notesSlide" Target="/ppt/notesSlides/notesSlide8.xml" Id="Rb5821d00b2454a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b8e223242480e" /><Relationship Type="http://schemas.openxmlformats.org/officeDocument/2006/relationships/hyperlink" Target="https://github.com/openai/codex/blob/517f51a6f7101e2bda4c96cbd0605f8c55aba20b/codex-rs/core/src/tools/router.rs#L233" TargetMode="External" Id="R5cfea578e56d4120" /><Relationship Type="http://schemas.openxmlformats.org/officeDocument/2006/relationships/hyperlink" Target="https://github.com/openai/codex/blob/517f51a6f7101e2bda4c96cbd0605f8c55aba20b/codex-rs/core/src/agent/control/spawn.rs#L254" TargetMode="External" Id="R733ba38e76744e13" /><Relationship Type="http://schemas.openxmlformats.org/officeDocument/2006/relationships/notesSlide" Target="/ppt/notesSlides/notesSlide9.xml" Id="Rcd95efc6700d46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6ba4ced7f444a" /><Relationship Type="http://schemas.openxmlformats.org/officeDocument/2006/relationships/hyperlink" Target="https://github.com/openai/codex/blob/517f51a6f7101e2bda4c96cbd0605f8c55aba20b/codex-rs/core/src/tools/orchestrator.rs#L122-L202" TargetMode="External" Id="R56e5373099b2457f" /><Relationship Type="http://schemas.openxmlformats.org/officeDocument/2006/relationships/hyperlink" Target="https://github.com/openai/codex/blob/517f51a6f7101e2bda4c96cbd0605f8c55aba20b/codex-rs/core/src/session/turn.rs#L512-L563" TargetMode="External" Id="R41fc7c2acbe6435c" /><Relationship Type="http://schemas.openxmlformats.org/officeDocument/2006/relationships/notesSlide" Target="/ppt/notesSlides/notesSlide10.xml" Id="Rdb36abc84ba64a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82a865001467a" /><Relationship Type="http://schemas.openxmlformats.org/officeDocument/2006/relationships/hyperlink" Target="https://github.com/openai/codex/blob/517f51a6f7101e2bda4c96cbd0605f8c55aba20b/codex-rs/core/src/tools/handlers/tool_search.rs#L224" TargetMode="External" Id="R693ca1c865ed467c" /><Relationship Type="http://schemas.openxmlformats.org/officeDocument/2006/relationships/hyperlink" Target="https://github.com/openai/codex/blob/517f51a6f7101e2bda4c96cbd0605f8c55aba20b/codex-rs/core/src/tools/handlers/tool_search.rs#L52" TargetMode="External" Id="R607f39d33a8e4c45" /><Relationship Type="http://schemas.openxmlformats.org/officeDocument/2006/relationships/notesSlide" Target="/ppt/notesSlides/notesSlide11.xml" Id="Rf4a1635ebc6d40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a433ba2b64f46" /><Relationship Type="http://schemas.openxmlformats.org/officeDocument/2006/relationships/hyperlink" Target="https://github.com/openai/codex/blob/517f51a6f7101e2bda4c96cbd0605f8c55aba20b/codex-rs/core/src/tools/code_mode/execute_handler.rs#L34" TargetMode="External" Id="R4b716d15b35a4ae1" /><Relationship Type="http://schemas.openxmlformats.org/officeDocument/2006/relationships/notesSlide" Target="/ppt/notesSlides/notesSlide12.xml" Id="R5f9c76eaa1f549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3fb9550974a7c" /><Relationship Type="http://schemas.openxmlformats.org/officeDocument/2006/relationships/hyperlink" Target="https://github.com/openai/codex/blob/517f51a6f7101e2bda4c96cbd0605f8c55aba20b/codex-rs/core/src/agent/control/spawn.rs#L254" TargetMode="External" Id="R7c731e9a7e6d421d" /><Relationship Type="http://schemas.openxmlformats.org/officeDocument/2006/relationships/hyperlink" Target="https://github.com/openai/codex/blob/517f51a6f7101e2bda4c96cbd0605f8c55aba20b/codex-rs/core/src/agent/control/execution.rs#L48" TargetMode="External" Id="R06301bb8fc11412e" /><Relationship Type="http://schemas.openxmlformats.org/officeDocument/2006/relationships/notesSlide" Target="/ppt/notesSlides/notesSlide13.xml" Id="R5d0f4df4ac9747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4c62350c84eb9" /><Relationship Type="http://schemas.openxmlformats.org/officeDocument/2006/relationships/notesSlide" Target="/ppt/notesSlides/notesSlide14.xml" Id="R20b041296eea44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41d1b69b643e5" /><Relationship Type="http://schemas.openxmlformats.org/officeDocument/2006/relationships/notesSlide" Target="/ppt/notesSlides/notesSlide15.xml" Id="Rbbe90cc6e0cb4d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f6831997e4dbf" /><Relationship Type="http://schemas.openxmlformats.org/officeDocument/2006/relationships/hyperlink" Target="https://github.com/openai/codex/blob/517f51a6f7101e2bda4c96cbd0605f8c55aba20b/codex-rs/core/src/context_manager/history.rs#L400-L453" TargetMode="External" Id="R07fcc3b053cc4ce1" /><Relationship Type="http://schemas.openxmlformats.org/officeDocument/2006/relationships/hyperlink" Target="https://github.com/openai/codex/blob/517f51a6f7101e2bda4c96cbd0605f8c55aba20b/codex-rs/ext/memories/src/prompts.rs#L35" TargetMode="External" Id="R32a9d3fea04b4cef" /><Relationship Type="http://schemas.openxmlformats.org/officeDocument/2006/relationships/notesSlide" Target="/ppt/notesSlides/notesSlide16.xml" Id="Rb99df77bcc894d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1ce4ac3bb4c32" /><Relationship Type="http://schemas.openxmlformats.org/officeDocument/2006/relationships/hyperlink" Target="https://github.com/openai/codex/blob/517f51a6f7101e2bda4c96cbd0605f8c55aba20b/codex-rs/core/src/context_manager/history.rs#L400-L453" TargetMode="External" Id="R586892e617204425" /><Relationship Type="http://schemas.openxmlformats.org/officeDocument/2006/relationships/hyperlink" Target="https://github.com/openai/codex/blob/517f51a6f7101e2bda4c96cbd0605f8c55aba20b/codex-rs/core/src/compact.rs#L672" TargetMode="External" Id="R045460abd6e04030" /><Relationship Type="http://schemas.openxmlformats.org/officeDocument/2006/relationships/notesSlide" Target="/ppt/notesSlides/notesSlide17.xml" Id="Rf1ad32a2e6164f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dcb10a2f1490f" /><Relationship Type="http://schemas.openxmlformats.org/officeDocument/2006/relationships/hyperlink" Target="https://github.com/openai/codex/blob/517f51a6f7101e2bda4c96cbd0605f8c55aba20b/codex-rs/core/src/context_manager/normalize.rs#L21-L68" TargetMode="External" Id="R0f3590ffd44e4962" /><Relationship Type="http://schemas.openxmlformats.org/officeDocument/2006/relationships/hyperlink" Target="https://github.com/openai/codex/blob/517f51a6f7101e2bda4c96cbd0605f8c55aba20b/codex-rs/core/tests/suite/compact.rs#L2199" TargetMode="External" Id="R07587906334c4a70" /><Relationship Type="http://schemas.openxmlformats.org/officeDocument/2006/relationships/notesSlide" Target="/ppt/notesSlides/notesSlide18.xml" Id="R85690f53ce7941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591f6543d44ee" /><Relationship Type="http://schemas.openxmlformats.org/officeDocument/2006/relationships/hyperlink" Target="https://github.com/openai/codex/blob/517f51a6f7101e2bda4c96cbd0605f8c55aba20b/codex-rs/rollout/src/recorder.rs#L1035" TargetMode="External" Id="Rf3d12729a3684fa2" /><Relationship Type="http://schemas.openxmlformats.org/officeDocument/2006/relationships/hyperlink" Target="https://github.com/openai/codex/blob/517f51a6f7101e2bda4c96cbd0605f8c55aba20b/codex-rs/ext/memories/src/prompts.rs#L35" TargetMode="External" Id="R5530c63b17d4470f" /><Relationship Type="http://schemas.openxmlformats.org/officeDocument/2006/relationships/notesSlide" Target="/ppt/notesSlides/notesSlide19.xml" Id="R74917d2be17544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3210c4214575" /><Relationship Type="http://schemas.openxmlformats.org/officeDocument/2006/relationships/hyperlink" Target="https://github.com/openai/codex/blob/517f51a6f7101e2bda4c96cbd0605f8c55aba20b/codex-rs/memories/write/templates/memories/stage_one_system_v2.md#L1" TargetMode="External" Id="R77858e28fcf646ab" /><Relationship Type="http://schemas.openxmlformats.org/officeDocument/2006/relationships/hyperlink" Target="https://github.com/openai/codex/blob/517f51a6f7101e2bda4c96cbd0605f8c55aba20b/codex-rs/ext/memories/templates/memories/read_path_v2.md#L1" TargetMode="External" Id="R9023ed0d10a8478c" /><Relationship Type="http://schemas.openxmlformats.org/officeDocument/2006/relationships/notesSlide" Target="/ppt/notesSlides/notesSlide20.xml" Id="R5d2a851961ae4f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0d5edbba542f5" /><Relationship Type="http://schemas.openxmlformats.org/officeDocument/2006/relationships/hyperlink" Target="https://github.com/openai/codex/blob/517f51a6f7101e2bda4c96cbd0605f8c55aba20b/codex-rs/memories/write/src/phase1.rs#L56" TargetMode="External" Id="Rdf39e7be7f274dec" /><Relationship Type="http://schemas.openxmlformats.org/officeDocument/2006/relationships/hyperlink" Target="https://github.com/openai/codex/blob/517f51a6f7101e2bda4c96cbd0605f8c55aba20b/codex-rs/memories/write/src/phase2.rs#L49" TargetMode="External" Id="R6f2c48fbb07644ef" /><Relationship Type="http://schemas.openxmlformats.org/officeDocument/2006/relationships/notesSlide" Target="/ppt/notesSlides/notesSlide21.xml" Id="Ra2f13c666eab47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7a09484954a2f" /><Relationship Type="http://schemas.openxmlformats.org/officeDocument/2006/relationships/hyperlink" Target="https://github.com/openai/codex/blob/517f51a6f7101e2bda4c96cbd0605f8c55aba20b/codex-rs/ext/memories/src/prompts.rs#L35" TargetMode="External" Id="R638d4b955f3b470a" /><Relationship Type="http://schemas.openxmlformats.org/officeDocument/2006/relationships/hyperlink" Target="https://github.com/openai/codex/blob/517f51a6f7101e2bda4c96cbd0605f8c55aba20b/codex-rs/ext/memories/src/local/search.rs#L17" TargetMode="External" Id="Re139ab2e8099404f" /><Relationship Type="http://schemas.openxmlformats.org/officeDocument/2006/relationships/notesSlide" Target="/ppt/notesSlides/notesSlide22.xml" Id="R6a5c3e6c8b7c4f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ee07e37084dab" /><Relationship Type="http://schemas.openxmlformats.org/officeDocument/2006/relationships/hyperlink" Target="https://github.com/openai/codex/blob/517f51a6f7101e2bda4c96cbd0605f8c55aba20b/codex-rs/ext/memories/templates/memories/read_path_v2.md#L1" TargetMode="External" Id="Raddaffce38b84b5a" /><Relationship Type="http://schemas.openxmlformats.org/officeDocument/2006/relationships/hyperlink" Target="https://github.com/openai/codex/blob/517f51a6f7101e2bda4c96cbd0605f8c55aba20b/codex-rs/ext/memories/src/local/ad_hoc_note.rs#L17" TargetMode="External" Id="R607b3cc691fa452b" /><Relationship Type="http://schemas.openxmlformats.org/officeDocument/2006/relationships/notesSlide" Target="/ppt/notesSlides/notesSlide23.xml" Id="Rbd067f4589ed42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6b9de68234f00" /><Relationship Type="http://schemas.openxmlformats.org/officeDocument/2006/relationships/hyperlink" Target="https://github.com/openai/codex/blob/517f51a6f7101e2bda4c96cbd0605f8c55aba20b/codex-rs/memories/write/templates/memories/stage_one_system_v2.md#L1" TargetMode="External" Id="Re1dc2a80aa9a4c4e" /><Relationship Type="http://schemas.openxmlformats.org/officeDocument/2006/relationships/hyperlink" Target="https://github.com/openai/codex/blob/517f51a6f7101e2bda4c96cbd0605f8c55aba20b/codex-rs/memories/write/templates/memories/consolidation_v2.md#L1" TargetMode="External" Id="R9986bb3c9f4b4034" /><Relationship Type="http://schemas.openxmlformats.org/officeDocument/2006/relationships/notesSlide" Target="/ppt/notesSlides/notesSlide24.xml" Id="R66fc55a21fc041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04c67295441c8" /><Relationship Type="http://schemas.openxmlformats.org/officeDocument/2006/relationships/notesSlide" Target="/ppt/notesSlides/notesSlide25.xml" Id="Rf5bc90cac2e045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0ad7b3ef04731" /><Relationship Type="http://schemas.openxmlformats.org/officeDocument/2006/relationships/notesSlide" Target="/ppt/notesSlides/notesSlide26.xml" Id="R8a361c213cb648b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b785132254280" /><Relationship Type="http://schemas.openxmlformats.org/officeDocument/2006/relationships/hyperlink" Target="https://github.com/openai/codex/blob/517f51a6f7101e2bda4c96cbd0605f8c55aba20b/codex-rs/rollout/src/recorder.rs#L1035" TargetMode="External" Id="Rcc8966a2a56042ad" /><Relationship Type="http://schemas.openxmlformats.org/officeDocument/2006/relationships/hyperlink" Target="https://github.com/openai/codex/blob/517f51a6f7101e2bda4c96cbd0605f8c55aba20b/codex-rs/core/tests/suite/resume.rs#L57" TargetMode="External" Id="Rcd417b42b2244c0c" /><Relationship Type="http://schemas.openxmlformats.org/officeDocument/2006/relationships/notesSlide" Target="/ppt/notesSlides/notesSlide27.xml" Id="R39e79ac7c1ba4a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fabd3ead840ea" /><Relationship Type="http://schemas.openxmlformats.org/officeDocument/2006/relationships/hyperlink" Target="https://github.com/openai/codex/blob/517f51a6f7101e2bda4c96cbd0605f8c55aba20b/codex-rs/core/tests/common/responses.rs#L1108" TargetMode="External" Id="Rcae68d7a7ce14185" /><Relationship Type="http://schemas.openxmlformats.org/officeDocument/2006/relationships/hyperlink" Target="https://github.com/openai/codex/blob/517f51a6f7101e2bda4c96cbd0605f8c55aba20b/codex-rs/core/tests/suite/tool_parallelism.rs#L226-L301" TargetMode="External" Id="Rbb5d759a721241a8" /><Relationship Type="http://schemas.openxmlformats.org/officeDocument/2006/relationships/notesSlide" Target="/ppt/notesSlides/notesSlide28.xml" Id="R984c2b4c53e542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cb8e6f8034b86" /><Relationship Type="http://schemas.openxmlformats.org/officeDocument/2006/relationships/hyperlink" Target="https://github.com/openai/codex/blob/517f51a6f7101e2bda4c96cbd0605f8c55aba20b/codex-rs/core/tests/suite/tool_parallelism.rs#L226-L301" TargetMode="External" Id="Ra2e6ab34e53e44fd" /><Relationship Type="http://schemas.openxmlformats.org/officeDocument/2006/relationships/hyperlink" Target="https://github.com/openai/codex/blob/517f51a6f7101e2bda4c96cbd0605f8c55aba20b/codex-rs/core/tests/common/responses.rs#L1108" TargetMode="External" Id="R2e8d1dba1c4c438b" /><Relationship Type="http://schemas.openxmlformats.org/officeDocument/2006/relationships/notesSlide" Target="/ppt/notesSlides/notesSlide29.xml" Id="Reae3bb74e60240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82b5071a34d1b" /><Relationship Type="http://schemas.openxmlformats.org/officeDocument/2006/relationships/hyperlink" Target="https://github.com/openai/codex/blob/517f51a6f7101e2bda4c96cbd0605f8c55aba20b/codex-rs/ext/memories/src/tests.rs#L344" TargetMode="External" Id="Re894602951814644" /><Relationship Type="http://schemas.openxmlformats.org/officeDocument/2006/relationships/hyperlink" Target="https://github.com/openai/codex/blob/517f51a6f7101e2bda4c96cbd0605f8c55aba20b/codex-rs/memories/write/src/startup_tests.rs#L356" TargetMode="External" Id="Rcbdae7c5c8eb4891" /><Relationship Type="http://schemas.openxmlformats.org/officeDocument/2006/relationships/notesSlide" Target="/ppt/notesSlides/notesSlide30.xml" Id="Rca2954ca692046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60e7d9d0f4367" /><Relationship Type="http://schemas.openxmlformats.org/officeDocument/2006/relationships/hyperlink" Target="https://github.com/openai/codex/blob/517f51a6f7101e2bda4c96cbd0605f8c55aba20b/codex-rs/core/src/context_manager/history.rs#L345" TargetMode="External" Id="Ra2bb2a2d41e34c4f" /><Relationship Type="http://schemas.openxmlformats.org/officeDocument/2006/relationships/hyperlink" Target="https://github.com/openai/codex/blob/517f51a6f7101e2bda4c96cbd0605f8c55aba20b/codex-rs/core/src/tools/orchestrator.rs#L122-L202" TargetMode="External" Id="R4aa8b013370241f4" /><Relationship Type="http://schemas.openxmlformats.org/officeDocument/2006/relationships/notesSlide" Target="/ppt/notesSlides/notesSlide31.xml" Id="R24581eaa1edd47b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215898a674802" /><Relationship Type="http://schemas.openxmlformats.org/officeDocument/2006/relationships/hyperlink" Target="https://github.com/openai/codex/blob/517f51a6f7101e2bda4c96cbd0605f8c55aba20b/codex-rs/core/src/session/turn.rs#L512-L563" TargetMode="External" Id="R19fe8234183f4e12" /><Relationship Type="http://schemas.openxmlformats.org/officeDocument/2006/relationships/hyperlink" Target="https://github.com/openai/codex/blob/517f51a6f7101e2bda4c96cbd0605f8c55aba20b/codex-rs/core/src/tools/orchestrator.rs#L122-L202" TargetMode="External" Id="Rde4dfb444a5c4418" /><Relationship Type="http://schemas.openxmlformats.org/officeDocument/2006/relationships/notesSlide" Target="/ppt/notesSlides/notesSlide32.xml" Id="R0be3b624eb54488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d51e0fc784e6e" /><Relationship Type="http://schemas.openxmlformats.org/officeDocument/2006/relationships/notesSlide" Target="/ppt/notesSlides/notesSlide33.xml" Id="Re9b6bbcea9f64d6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80c9e8c61428e" /><Relationship Type="http://schemas.openxmlformats.org/officeDocument/2006/relationships/hyperlink" Target="https://github.com/openai/codex/blob/517f51a6f7101e2bda4c96cbd0605f8c55aba20b/codex-rs/core/src/session/turn.rs#L512-L563" TargetMode="External" Id="R0dd4aa09742648ca" /><Relationship Type="http://schemas.openxmlformats.org/officeDocument/2006/relationships/hyperlink" Target="https://github.com/openai/codex/blob/517f51a6f7101e2bda4c96cbd0605f8c55aba20b/codex-rs/core/src/tools/orchestrator.rs#L122-L202" TargetMode="External" Id="Rdf78b341a1bf4b88" /><Relationship Type="http://schemas.openxmlformats.org/officeDocument/2006/relationships/notesSlide" Target="/ppt/notesSlides/notesSlide34.xml" Id="Rf317e30a884e487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9e70f794c4ab0" /><Relationship Type="http://schemas.openxmlformats.org/officeDocument/2006/relationships/hyperlink" Target="https://github.com/openai/codex/blob/517f51a6f7101e2bda4c96cbd0605f8c55aba20b/codex-rs/core/src/tools/router.rs#L37" TargetMode="External" Id="R6633efa1010145a3" /><Relationship Type="http://schemas.openxmlformats.org/officeDocument/2006/relationships/hyperlink" Target="https://github.com/openai/codex/blob/517f51a6f7101e2bda4c96cbd0605f8c55aba20b/codex-rs/core/src/tools/orchestrator.rs#L122-L202" TargetMode="External" Id="Re2c4d4917ba446da" /><Relationship Type="http://schemas.openxmlformats.org/officeDocument/2006/relationships/notesSlide" Target="/ppt/notesSlides/notesSlide35.xml" Id="R83f481131e2d427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be182a023489c" /><Relationship Type="http://schemas.openxmlformats.org/officeDocument/2006/relationships/hyperlink" Target="https://github.com/openai/codex/blob/517f51a6f7101e2bda4c96cbd0605f8c55aba20b/codex-rs/core/src/session/turn.rs#L512-L563" TargetMode="External" Id="R1c613bf84c074f9f" /><Relationship Type="http://schemas.openxmlformats.org/officeDocument/2006/relationships/hyperlink" Target="https://github.com/openai/codex/blob/517f51a6f7101e2bda4c96cbd0605f8c55aba20b/codex-rs/core/src/tools/router.rs#L37" TargetMode="External" Id="R48a4642744ad42e0" /><Relationship Type="http://schemas.openxmlformats.org/officeDocument/2006/relationships/notesSlide" Target="/ppt/notesSlides/notesSlide36.xml" Id="R18738e5904c04f0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61ad343b448dd" /><Relationship Type="http://schemas.openxmlformats.org/officeDocument/2006/relationships/hyperlink" Target="https://github.com/openai/codex/blob/517f51a6f7101e2bda4c96cbd0605f8c55aba20b/codex-rs/core/tests/common/responses.rs#L1108" TargetMode="External" Id="R577e7912b9e94610" /><Relationship Type="http://schemas.openxmlformats.org/officeDocument/2006/relationships/hyperlink" Target="https://github.com/openai/codex/blob/517f51a6f7101e2bda4c96cbd0605f8c55aba20b/codex-rs/core/tests/suite/tool_parallelism.rs#L226-L301" TargetMode="External" Id="R67ebc07103c84510" /><Relationship Type="http://schemas.openxmlformats.org/officeDocument/2006/relationships/notesSlide" Target="/ppt/notesSlides/notesSlide37.xml" Id="Ra5e2210cdcdc406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2a3fc3ea74ce2" /><Relationship Type="http://schemas.openxmlformats.org/officeDocument/2006/relationships/notesSlide" Target="/ppt/notesSlides/notesSlide38.xml" Id="R526cff35e21c474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21a96e1e6402c" /><Relationship Type="http://schemas.openxmlformats.org/officeDocument/2006/relationships/hyperlink" Target="https://github.com/openai/codex/blob/517f51a6f7101e2bda4c96cbd0605f8c55aba20b/codex-rs/core/src/tools/router.rs#L37" TargetMode="External" Id="R4124d97d640c41f8" /><Relationship Type="http://schemas.openxmlformats.org/officeDocument/2006/relationships/hyperlink" Target="https://github.com/openai/codex/blob/517f51a6f7101e2bda4c96cbd0605f8c55aba20b/codex-rs/core/src/context_manager/history.rs#L400-L453" TargetMode="External" Id="R7670c1fa5e9c47f3" /><Relationship Type="http://schemas.openxmlformats.org/officeDocument/2006/relationships/notesSlide" Target="/ppt/notesSlides/notesSlide39.xml" Id="Rf5d8829f93244f4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9ad619e194fc3" /><Relationship Type="http://schemas.openxmlformats.org/officeDocument/2006/relationships/hyperlink" Target="https://github.com/openai/codex/blob/517f51a6f7101e2bda4c96cbd0605f8c55aba20b/codex-rs/core/tests/suite/tool_parallelism.rs#L226-L301" TargetMode="External" Id="R71772ceb06e04bd6" /><Relationship Type="http://schemas.openxmlformats.org/officeDocument/2006/relationships/hyperlink" Target="https://github.com/openai/codex/blob/517f51a6f7101e2bda4c96cbd0605f8c55aba20b/codex-rs/core/tests/common/responses.rs#L1108" TargetMode="External" Id="R97ff175e6a794738" /><Relationship Type="http://schemas.openxmlformats.org/officeDocument/2006/relationships/notesSlide" Target="/ppt/notesSlides/notesSlide40.xml" Id="R594e9e67f34b40b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aa1ae7e1740e8" /><Relationship Type="http://schemas.openxmlformats.org/officeDocument/2006/relationships/hyperlink" Target="https://github.com/openai/codex/blob/517f51a6f7101e2bda4c96cbd0605f8c55aba20b/codex-rs/core/src/session/turn.rs#L512-L563" TargetMode="External" Id="R50aa502174754720" /><Relationship Type="http://schemas.openxmlformats.org/officeDocument/2006/relationships/hyperlink" Target="https://github.com/openai/codex/blob/517f51a6f7101e2bda4c96cbd0605f8c55aba20b/codex-rs/core/src/tools/orchestrator.rs#L122-L202" TargetMode="External" Id="R7e0e145fd14542a9" /><Relationship Type="http://schemas.openxmlformats.org/officeDocument/2006/relationships/hyperlink" Target="https://github.com/openai/codex/blob/517f51a6f7101e2bda4c96cbd0605f8c55aba20b/codex-rs/core/src/context_manager/history.rs#L400-L453" TargetMode="External" Id="Rc5d43d7fb9694b6b" /><Relationship Type="http://schemas.openxmlformats.org/officeDocument/2006/relationships/hyperlink" Target="https://github.com/openai/codex/blob/517f51a6f7101e2bda4c96cbd0605f8c55aba20b/codex-rs/core/tests/suite/tool_parallelism.rs#L226-L301" TargetMode="External" Id="R6743f5ded9814939" /><Relationship Type="http://schemas.openxmlformats.org/officeDocument/2006/relationships/notesSlide" Target="/ppt/notesSlides/notesSlide41.xml" Id="R0b55e3ddbaff47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d48d62e094720" /><Relationship Type="http://schemas.openxmlformats.org/officeDocument/2006/relationships/hyperlink" Target="https://github.com/openai/codex/blob/517f51a6f7101e2bda4c96cbd0605f8c55aba20b/codex-rs/core/src/session/turn.rs#L512-L563" TargetMode="External" Id="R395175c1aa8548cb" /><Relationship Type="http://schemas.openxmlformats.org/officeDocument/2006/relationships/hyperlink" Target="https://github.com/openai/codex/blob/517f51a6f7101e2bda4c96cbd0605f8c55aba20b/codex-rs/core/src/session/turn.rs#L640-L658" TargetMode="External" Id="Rf959ec119fb04ffa" /><Relationship Type="http://schemas.openxmlformats.org/officeDocument/2006/relationships/notesSlide" Target="/ppt/notesSlides/notesSlide42.xml" Id="Rb7d2c2c6c4b04b0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0b10657fb4c97" /><Relationship Type="http://schemas.openxmlformats.org/officeDocument/2006/relationships/hyperlink" Target="https://github.com/openai/codex/blob/517f51a6f7101e2bda4c96cbd0605f8c55aba20b/codex-rs/core/src/context_manager/history.rs#L400-L453" TargetMode="External" Id="Ree776a5ff0e744b9" /><Relationship Type="http://schemas.openxmlformats.org/officeDocument/2006/relationships/notesSlide" Target="/ppt/notesSlides/notesSlide43.xml" Id="R52027fc4f8fa4ba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c2c4129be4288" /><Relationship Type="http://schemas.openxmlformats.org/officeDocument/2006/relationships/notesSlide" Target="/ppt/notesSlides/notesSlide44.xml" Id="R9187bdbd770d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2FCDD-4434-4E0F-9284-2CFA5B4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理解 Agent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637B7-BECB-4F6C-941F-5723B234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用 Codex 看懂一个 Agent 系统如何工作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87A1F-F44A-4BF7-96D7-3D8B49A9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从执行循环到上下文与记忆</a:t>
            </a:r>
          </a:p>
          <a:p xmlns:a="http://schemas.openxmlformats.org/drawingml/2006/main">
            <a:pPr>
              <a:def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从可靠性测试到行情排查实践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DEE0C-0FA6-4122-877E-4773FEB9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Codex 源码基线 517f51a6f7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B2399-AF8C-4D94-97F0-BD26C78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3dccd1a8232497c"/>
              </a:rPr>
              <a:t>源码  session/turn.rs:512–563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1D7B-AF2B-45B8-802D-EA160F5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6267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D5637-105F-4221-95FF-8A6CFBD0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学习路线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36D95-5515-48CB-A40F-FB98C2C4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六章，从理解机制到独立实现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3CCB-94C0-417C-AA79-819D9F5A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每章先理解机制，再用场景题自测。答案要点与回看页码在复习页备注。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86BA0-865D-4AF0-8BB1-B7DCE98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A954A-56C0-4E3F-B98A-CCEA342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模型会回答，为什么还需要运行程序？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74F38-1E44-4BF7-B78C-2F82EA8F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526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03–06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8BAF2-55C8-4490-8CF9-863793A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9852F-9F0B-4761-8CE6-0FE1CA69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工具调用怎样执行，进阶能力怎样选择？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E625-3E8F-4A6B-A1C0-C398C25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86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07–15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D9244-E7B9-426C-A2BC-EC7BC4F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BAE8C-DF68-4DFE-968E-93C0505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这次带什么，哪些信息值得长期记住？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6F54A-A57B-4E7F-A1EC-F6BAB9E0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16–26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A340D-9266-401D-9661-F872697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E3B82-2C9D-42BF-8D40-246FC68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怎样证明程序可靠、模型判断有效？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B43CA-A415-4B1F-A167-ACCEA37F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528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27–33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B061E-15F3-47A3-9254-8C906AE2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5D021-C071-4BF5-8781-16D1637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怎样用证据排查行情延迟？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14CE3-92F2-4D5B-A4DD-6ECB2F8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34–38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5BC4B-20C1-4230-83F1-47E3E7A0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52140-34CB-44EE-B6E8-01DB6C0E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8155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从哪些模块写起，对照哪段 Codex 代码？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C4E66-D5BA-4746-928A-8BD180E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196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39–44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1004D-382D-48C3-9F19-234CA8E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作答时说明：你的判断、依据，以及失败时怎样处理。答不完整就回看对应页面。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AD571-1542-4F77-8AAE-2D72D93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3980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89C9A-8EF4-4385-8582-91B2A47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05F74-F765-4478-BA5B-B538B52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问答、工作流与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390DC-44D4-4A55-97E9-00EF9C3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本章目标：分清“提出下一步”与“执行下一步”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619500"/>
                <a:gridCol w="4953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形式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谁决定下一步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排查超时时会怎样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一次问答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当前输入决定本次回答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你贴出日志，模型解释报错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固定工作流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程序预先规定步骤与分支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按既定顺序查日志、查指标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模型根据观察提出下一步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日志显示下游异常，再决定查下游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21C6B-F72C-43A2-974C-BE3F2A2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选择依据是任务是否需要动态查证。固定流程也可以包含模型步骤。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F3BC-BE6D-459C-9D1D-DA0C88A3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33aae8af0694233"/>
              </a:rPr>
              <a:t>源码  session/turn.rs:512–563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7F9C3-B53C-4E84-9ACB-420D9F04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9426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72288-76B5-4DA3-968B-C258D8B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94EE0-97F2-4E97-A331-E4F5CF81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Harness 的核心：把模型决策变成可靠过程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CA59-C185-4A05-AC0B-A69C3FE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模型提出下一步，程序用状态、权限和证据约束整个任务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7791D-E420-4872-AD66-7E912EB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允许模型灵活判断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B7A22-69F5-4D66-9271-F4C28B2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下一步查询哪个工具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B1C84-8325-4222-A0B8-AF128B7A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证据是否足够，需要补查什么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A3FF-E554-4E99-907A-D638066D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怎样组织结论与不确定性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DB452-81A6-4E71-8E8D-D3F1879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程序持续保证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8294F-A5AC-4FAF-93D2-398C4A2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只执行注册且获准的工具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8417D-B4C3-462B-BCCE-7FFD9FC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调用、结果与任务状态可追踪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566FA-C1D5-4918-AA6B-2283701B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取消、超时和预算到达时能停止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819B-0571-4B4E-B2EE-55C669DA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模型换了，执行边界仍应成立。Prompt（提示）表达规则，程序负责落实边界。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5D2B2-832F-49DD-BA18-B961ED66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94a18a33b342ad"/>
              </a:rPr>
              <a:t>源码  session/turn.rs:512–563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F797B-3893-45E1-B270-CAD4647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cf7975d5053473f"/>
              </a:rPr>
              <a:t>源码  tools/orchestrator.rs:122–202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F7ED7-394D-4699-AA92-FEFF270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1672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61B5C-5DB3-4EAB-BEC4-6F58A925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20803-CEC2-431B-9EF3-6EDB9AE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工具结果怎样改变下一步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EDF9-E11D-4EA2-9769-17759F5E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贯穿案例：checkout 服务超时。UTC 为协调世界时，以下均为教学设定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2911F-A2B9-40D1-A83D-1AC060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用户给目标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C4675-A805-45D8-9861-F665299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排查 10:00–10:10 UTC 的超时，只查询、不变更。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57760-C6AB-4985-972A-A4EE60AF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第一次请求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2BCA4-4EFD-404E-BF63-07745E3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模型请求查日志。程序校验参数，执行并记录结果。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5951A-C576-415B-AC43-79B2008E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第二次请求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15DC7-9626-40DC-B564-254CA2C4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模型读到“依赖 inventory 超时”，请求查它的指标。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D3A83-EE85-4020-9C10-FE42211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第三次请求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01CCC-92F5-4C81-A371-EF0D07A6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依据新指标更新判断，说明证据与尚未确认的原因。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4955E-4995-4054-A533-8F6F321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想一想：第二次请求如果没有带回日志结果，会发生什么？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C7897-7F5F-4441-B466-661B688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3a15243789044fd"/>
              </a:rPr>
              <a:t>源码  session/turn.rs:512–563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43A64-0738-4416-B55B-98ACCF3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20d2558a5f4438e"/>
              </a:rPr>
              <a:t>源码  session/turn.rs:423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DAC08-7715-4A95-9F79-D0D75201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401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9749C-C549-4C16-B1BB-EE2B043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34E1B-8132-4B90-9280-7698C35F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第一章复习：职责与任务往返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90468-CF46-4E9D-A326-3588B5DA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72D1-D3B6-4DC1-8A35-C12C659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D3208-3CA1-40F7-8CA0-01AA3BB7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4EFD2-77FE-4800-AD9F-DE48B3FE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固定流程也能调用模型。什么情况下更需要 Agent？请举一个后台任务。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552D5-FC45-46AE-BC97-6B21B577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34449-08A3-4E9C-9654-DCE2E32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划分职责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FECEF-A020-43F4-A1AB-AF6499D5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模型返回“去查日志”。到真正获得日志之间，还缺哪些程序动作？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ED052-2856-4A14-84EE-67108F8F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0788C-F0F1-483F-BE13-6C49614F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解释往返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94B1A-DC99-4C16-A056-19BADC0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同一任务第二次请求没有带回第一次工具结果，会怎样？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0699C-0658-4075-AF94-0B9DAE1F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8DF19-5FB7-4871-8A72-EE328C13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更换模型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459C4-1E3A-470E-A1B4-763D6B6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换成另一个模型后，哪些能力必须保持？哪些效果需要重新评估？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24DE4-ED07-4B2C-BF46-FDF8605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B7BBA-97D8-42FF-A9DC-5323758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5119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6A90C-9465-4E0F-8AAD-FB9E324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12CB3-18A5-457C-B841-A01447A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最小循环：每一步都更新任务状态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A0C7B-2E40-49C9-B8B0-A0F8F8BC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state 是任务状态，包含目标、调用记录与观察结果。以下是教学伪码。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3033-B082-4268-A6E8-9B724C6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先完成单 Agent 的串行实现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2BBD3-2D10-40D4-9266-574AB2C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191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while 未取消且仍有预算: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请求 = context.build(state)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响应 = model.step(请求)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state.append(响应)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if 没有工具调用: return 最终回答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for 调用 in 响应.工具调用: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结果 = tools.run(调用, 权限, 截止时间)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state.append(结果)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return 已停止状态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BB23F-0DCA-4A9A-97A2-13DF53C1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实现时必须补齐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EED6D-BEB1-481A-BACF-F7EA280B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每次实际调用扣减预算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记录停止的具体原因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656DA-41FC-4EB5-AC0A-8C78972F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工具入口检查参数与权限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失败也返回可识别的结果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73C3D-0F25-4E6A-AF82-F70BC77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取消传给正在运行的动作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外部结果未知时需再确认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CC1E1-0B8F-42A8-8293-69949A2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append 表示追加记录。保存完整过程后，再选择哪些信息进入下一次请求。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9C4FA-E028-40B1-81DA-9E0BC145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b0020f8f1d54f53"/>
              </a:rPr>
              <a:t>源码  session/turn.rs:512–563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7E4E3-BB46-4C61-9C17-0F92C83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e0f472fc14d4d45"/>
              </a:rPr>
              <a:t>源码  session/turn.rs:1584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48E6D-E2B4-42FA-8EBD-F0F40018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9947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40D85-8CE3-4BD0-A45D-61815020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2D068-729C-4F0F-BD59-B78F88C4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一次工具调用，经过哪些检查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D54A9-1DFA-4809-A5D8-D675C232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例子：查询 checkout 在指定时间窗口内的错误日志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E85B9-3E0A-4630-B0AC-33C1E26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模型提出调用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FAD7B-6875-464D-A782-3ED7F557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工具名 query_errors，参数包含服务、时间窗口和条数。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EB91E-5757-430E-9CE4-0E803D27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程序检查边界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A1E34-5AD7-4771-AD92-06B8A12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校验参数，确认调用者权限，并设置超时与输出上限。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4C48B-3165-4C52-9E6B-635F5D3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工具返回观察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2079C-1317-4AB5-ACC2-D1A62688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明确区分查到记录、空结果、权限拒绝和查询失败。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DFB42-FE39-477B-A5BC-E8E68C1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结果交回模型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F5385-9051-4733-9685-0AE5AE3B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call_id 是调用编号，用来把每份结果配回对应调用。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E7432-0F57-4EEF-93F3-C9C65D5E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工具结果还需注明来源、查询时间和是否截断，便于模型判断证据是否完整。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42CF5-7401-48B2-9236-933753A5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a13bc40ce1745c0"/>
              </a:rPr>
              <a:t>源码  tools/router.rs:37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203EF-2583-4979-ABDF-4662BE4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4f29c8564474296"/>
              </a:rPr>
              <a:t>源码  tools/orchestrator.rs:122–202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D64AD-CDD8-487E-B997-E2C4A5ED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4751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09926-5874-4724-AE4B-3EF790F7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5E0A4-9523-468B-8599-511D2E52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并行查询与多 Agent 的区别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55DAC-BAF5-4685-B57D-F2C053D3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先判断子任务是否需要独立推理，再决定怎样并行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00500"/>
                <a:gridCol w="2667000"/>
                <a:gridCol w="4000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合适的执行方式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checkout 日志与 CPU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 Agent，并行工具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参数已知，查询互不依赖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先找下游，再查其指标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 Agent，先后调用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后一次查询需要前一次结果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分别调查应用侧与依赖侧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可考虑两个子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各自可能需要多轮查证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8473C-4309-486F-9DE3-E54D96E3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两个查询可以并行，不代表需要两个 Agent。多 Agent 还增加上下文与汇总成本。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F731F-0AB0-4C6B-92B6-E18FD63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cfea578e56d4120"/>
              </a:rPr>
              <a:t>源码  tools/router.rs:233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4FD76-C51D-48C2-AA82-17539C1B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33ba38e76744e13"/>
              </a:rPr>
              <a:t>源码  control/spawn.rs:254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BA17C-63B2-4A5D-81F1-14150022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555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D8E4-2A06-45CC-942C-511E2D9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0EAF0-7E38-4D71-A8AB-41B7A14E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超时之后，操作可能已经发生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4B990-356B-4B29-862E-1528F7BF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例子：请求重启服务，但响应迟迟没有返回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BB3A-0EFF-4114-B9D9-C9FE0D9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目前知道什么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90AAE-AE68-4F30-ACE4-8C3F47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客户端没有收到结果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EC3A8-FE90-4F21-B8B2-EBB629A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外部服务可能已执行重启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A76FE-9495-4037-9A6D-05527486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直接再发一次，可能重复操作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2E43B-F880-40BC-BBF1-388BB381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更可靠的处理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18BF7-737B-4F59-9229-FA1F633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记录“结果未知”状态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8C459-3906-464E-A53F-ACB6595A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查询外部操作或服务状态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09479-4987-4136-8CFF-7F022E6D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确认后续动作是否仍然需要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101DE-E839-4A32-A4C8-8F063724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幂等：同一操作重复执行，不增加额外副作用。超时或取消后仍要确认外部状态。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18790-E663-483C-B5CA-50EAECF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6e5373099b2457f"/>
              </a:rPr>
              <a:t>源码  tools/orchestrator.rs:122–202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90C9B-DA6F-4460-873F-ABACF0C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1fc7c2acbe6435c"/>
              </a:rPr>
              <a:t>源码  session/turn.rs:512–563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CD524-EDAB-4F69-AF8E-5F76349B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9890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E05B7-3A5B-4A60-91D9-52CBBC3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8E2FA-9DDB-42BD-AEA6-EED5B13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工具发现：先找到接口，再调用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7341-9BD6-44E4-A959-A859699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进阶选项：工具目录变大后，再考虑按需获取相关工具定义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F4FF0-D4BC-430B-A6B7-8B33E67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提出能力需求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2A117-1025-4091-A1D5-3AC8C37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已经知道 inventory 超时，需要找到它的指标查询工具。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20881-D2CB-4FF0-BF69-A82A853E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搜索工具目录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D3598-03CF-46BA-A1E8-23F959E6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按“服务延迟指标”等描述，返回相关工具及调用信息。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8712E-DB3A-4D8F-9CE6-7D08A09D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理解接口要求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010F3-A67A-4F40-AD21-62388858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确认服务标识、时间窗口、单位以及允许的操作。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62BC-0A29-4DDE-AD4C-4CBEA0D4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再发起业务查询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3447A-A6F2-479D-83B2-4919B4C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调用指标工具，取得数据后才继续分析故障。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9DCC1-4853-4748-BE07-E92A3267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搜索返回的是工具信息。真正的业务证据，需要后续调用工具才能获得。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E7FA4-137B-4527-93FD-ADA38209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93ca1c865ed467c"/>
              </a:rPr>
              <a:t>源码  handlers/tool_search.rs:224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B6CF-A0D7-44A9-B6AA-A94C694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07f39d33a8e4c45"/>
              </a:rPr>
              <a:t>源码  handlers/tool_search.rs:52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B6BDF-A1FF-4418-9C92-092E9240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3980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885BF-FA59-4A3A-814E-1A84244C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03F2A-14E2-45EE-851C-B9E97FB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Code Mode：用代码组合工具调用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CC343-969B-4D94-9880-1F7EFE9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模型写编排代码，运行时执行查询和计算，再把结果交回模型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40A97-FB21-430A-B29C-94C44ED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教学伪码：查询多个实例并筛选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60EEC-A71C-4F1A-8CC7-5A50AD6C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191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 = 并行查询(实例列表, 时间窗口)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成功, 失败 = 按状态分开(结果)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异常 = 筛选(成功, 延迟超过阈值)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输出({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异常实例: 异常,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查询失败: 失败,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证据来源: 查询记录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7373F-C0E8-44AB-B2B8-4E1C4E70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适合放进代码的工作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FFBFB-E2B2-4D7D-818E-9E95EDAA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重复调用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同一接口查询多个实例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1953-2C9F-423A-B636-BDD1B681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确定性处理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筛选、分组、单位换算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5FD25-DE45-480B-A021-D6694DC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控制返回规模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保留来源和失败信息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AECEB-A7C7-4099-AE16-786ED1D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是否更省请求、更快，需要实际测量。部分查询失败时，汇总结果必须保留缺口。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21FD2-FDB7-4550-A0EA-9FC021B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b716d15b35a4ae1"/>
              </a:rPr>
              <a:t>源码  code_mode/execute_handler.rs:34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AD005-9F0B-43DD-87D1-077683C3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3142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973C6-C38B-450D-9E8B-F094943C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E2BD0-E1EC-42CB-AAF2-908F728F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多 Agent：分配查证任务，再汇总证据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9F040-813D-4851-9B98-ECB968D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同一个超时问题，只有能够独立推进的方向才值得拆分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429125"/>
                <a:gridCol w="41433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独立任务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交付给主 Agent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应用侧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checkout 日志、资源与变更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时间范围、发现、证据及未知项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依赖侧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inventory 指标与调用错误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时间范围、发现、证据及未知项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比较两侧证据，补查矛盾之处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有来源的结论与仍未排除的假设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22A58-B290-4199-AEB6-A50BC67E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想一想：两位 Agent 的结论相反，主 Agent 应该怎样处理？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38ECE-BC38-4FB8-94F3-67EC5654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c731e9a7e6d421d"/>
              </a:rPr>
              <a:t>源码  control/spawn.rs:254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74B54-3B36-4AB4-A833-33EE994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6301bb8fc11412e"/>
              </a:rPr>
              <a:t>源码  control/execution.rs:48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A5311-6F65-488E-969A-C795AB84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01770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A5BEC-66E1-4AD3-BB86-AFD435F4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F12B1-3538-402D-9C8C-71B4222B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第二章复习 A：执行与失败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61DA5-EE04-43C0-9F3A-52C2DB9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41AD1-607B-448D-B7CC-AFEA6BF0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73081-85A4-4DA1-9694-992DD1D7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3ED4E-B2BA-4364-A89F-13B0877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空结果、权限拒绝、查询超时，能否都返回空数组？调用编号解决什么问题？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7FC16-7AE1-4A07-B05F-78E6CCD8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0E21F-96F9-4CC9-B06D-8256B695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并行条件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02093-DA0C-47E0-9B98-765C54E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查日志和查 CPU、先找下游再查其指标，这两组行动分别怎样执行？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BFEE0-CC0D-418A-B56F-DB5085E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9B062-9839-4B24-B5A0-5A7CDCDC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重试边界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F534E-D3A5-4C45-A28A-C57268B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重启请求超时后，为什么不能立即重发？取消等待又意味着什么？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45EC6-9229-4077-85CE-01DB7D3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31DE3-D103-4EFF-BA15-A6F8A39E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停止条件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26680-CE6B-4822-88AF-63298B0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模型反复调用失败工具，你的循环应如何退出？重试是否消耗预算？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61B58-1E71-452A-91B8-D4C9A418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E4674-AF48-4FC8-8047-4BE4B677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54584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444B3-B887-4219-B19F-17EDB5E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3651E-9744-4481-8BD6-43B19BFA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第二章复习 B：进阶能力的取舍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DB3CA-F3A0-40DD-BA71-660EEDDF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D959B-6584-4454-8614-BEB3E367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EBF1A-6376-44F0-877D-2570EF5D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E8CC0-B8ED-4AD5-AE44-42939AF9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搜索找到了指标工具，是否已经拿到指标数据？下一步要确认什么？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87BC4-1C66-4566-A571-47970E8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9EA62-45D3-4F59-9170-5B96AAF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Code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A0D64-3B39-400D-9053-C3588FAB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批量查询后只输出“异常实例”，可能隐藏什么？代码中还应保留什么？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AF939-546A-471A-A958-C7FBD697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9D902-9240-480F-B98B-56FEFD6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多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7CC01-A96E-45AA-9BC3-166B12A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两个独立查询何时只需并行工具，何时值得交给两个子 Agent？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373D6-ACB2-4534-AF91-628FE38C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08295-F37F-43D2-8011-9C8C28E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汇总证据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80DAB-9E1C-4BC7-972D-A1BE8D19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两位子 Agent 结论冲突，主 Agent 怎样处理？如何判断拆分是否值得？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67AE9-C233-4151-9A25-581070D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391FF-A400-4677-87CB-2D3C4B12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6703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F7AFF-F2A8-426C-A0F1-59083BE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03730-CA3F-4002-BEC8-3D5180E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上下文是一份当前工作材料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79CA1-F212-4570-95FE-41E94988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本章目标：决定每次带什么，以及长期记什么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857750"/>
                <a:gridCol w="3810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超时排查中的内容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放进来的理由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目标与规则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查原因，只读操作，不重启服务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约束任务方向与行动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已知证据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10:05 出现下游请求超时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避免从零重复排查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待查问题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下游是否也在同一时间异常？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决定下一步查询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可用工具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日志查询、指标查询及参数定义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让模型提出可执行的行动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0F616-0D18-4984-A5C4-665C394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模型只能利用这次得到的信息。数据库和完整历史需要通过工具获取。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E0DCB-D353-4E35-BF7C-884D26D3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7fcc3b053cc4ce1"/>
              </a:rPr>
              <a:t>源码  context_manager/history.rs:400–453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C3AF-E01A-4548-9007-591796F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2a9d3fea04b4cef"/>
              </a:rPr>
              <a:t>源码  src/prompts.rs:35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38AF9-9D70-4AF2-8786-5254977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02009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44ECE-4076-400D-8568-A11C276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5CD95-0F2F-472C-8096-CC4A069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压缩后，任务还能接着查吗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20285-5DF8-492E-84CF-3CDE5BD3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Token 是模型处理文本的计量单位。历史过长时，需要精简后再继续请求。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3AF9D-A439-4D1B-88AC-E480D630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压缩前：大量过程记录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BFFB0-0F35-407A-AF90-C83F7720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多轮日志查询与重复报错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654B4-063E-4E71-B955-57014742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指标原文、工具调用与结果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8482D-36B3-4E82-A3B5-32F805B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早期假设和已经排除的方向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A980-4E1F-4EDE-9B0C-08F97C3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压缩后：保留继续任务所需信息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3AB23-CB64-486F-9A33-64DD063A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目标：查超时原因，只读操作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FB60E-F67F-4CEE-A03F-7A2AF55E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已知：inventory 请求超时</a:t>
            </a:r>
          </a:p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证据：日志文件及时间范围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D7321-4B69-47D8-8DBF-0B1A2DDF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待查：同一时段的下游指标</a:t>
            </a:r>
          </a:p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根因尚未确认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006AF-4EEF-48CD-A893-915E31E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单条结果过大要截断或分页；历史过长才压缩。摘要遗漏时，应能回读原始证据。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D22EB-3C11-4724-BD73-411D40D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86892e617204425"/>
              </a:rPr>
              <a:t>源码  context_manager/history.rs:400–453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3C0D1-4DB1-40C0-855C-7448F093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45460abd6e04030"/>
              </a:rPr>
              <a:t>源码  src/compact.rs:672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CA631-0CA8-47F1-B667-CBF02A0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172299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6AD2B-3076-4B5E-B41C-F0AAF05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743E2-1676-4F27-A1B7-D53E0D3A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上下文还需要保持连贯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FAC70-32DE-43C1-8E3D-A6436EFD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调用与结果必须配对，稳定内容也要尽量稳定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42967-2E4D-4B77-91C1-9F9EAE2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保留可解释的过程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ABDE4-810D-4399-A45D-76A94B2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 #17：查询错误日志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5EB1F-DB44-4F2C-B10E-CBCBA7F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 #17：下游请求超时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087C9-0018-4DC9-A130-12FE8E39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中断时显式处理缺失结果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CBB32-28BA-4FCB-A7BA-0B6FEFE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减少无关变化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0FD8B-F4C6-4116-BEEF-2DCF9BBC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不要随意重排和改写旧内容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0C722-E61F-4186-8486-107C3B8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保留目标、规则和未完成事项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E8EA9-11EA-4AAF-B44C-02BC4087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用恢复后的实际请求做回归检查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1A345-FEDB-474F-A9C9-D0220E74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稳定内容有助于缓存复用，但不能以保留过期证据换取稳定。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D2FFF-8EF9-4DE8-B3D2-8E90F8BA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f3590ffd44e4962"/>
              </a:rPr>
              <a:t>源码  context_manager/normalize.rs:21–68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4B617-1251-4B84-AA4C-81F9C80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7587906334c4a70"/>
              </a:rPr>
              <a:t>源码  suite/compact.rs:2199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9C3CA-1B17-4147-8C66-EFCDC4F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211341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46210-AD68-411A-BA30-10D6EF91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3D9A9-A335-4B6B-B980-BC3BA7DE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三种状态，三种用途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8E99-8A71-4DB6-8B83-F193CE4B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上下文、会话记录与长期记忆可以同时存在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3381375"/>
                <a:gridCol w="4857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可以怎样理解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Context 上下文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当前的工作材料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这次任务需要的目标与证据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Rollout 会话记录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这次任务的过程记录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输入、工具调用、返回事件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Memory 长期记忆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跨任务的经验与线索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已确认决策、偏好和历史入口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6DE5A-BC08-42A8-A91F-8582DD6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持久化不等于记忆管理。Memory 需要被选取和读取，才能帮助当前任务。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2792-C5D7-4D03-82E0-00B4869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3d12729a3684fa2"/>
              </a:rPr>
              <a:t>源码  src/recorder.rs:1035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DAFDF-52B7-450F-BFE9-E105E88C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530c63b17d4470f"/>
              </a:rPr>
              <a:t>源码  src/prompts.rs:35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249EE-17D9-4276-8691-2693EE3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014115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30B-8D51-4EDF-9AC0-C888A96A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CABC0-DDD0-44F2-B6B3-C2C3149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记忆要保留原来的适用范围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C9B2-258D-4DB2-86FB-7F910CB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一次请求或一个假设，不能被写成永久规则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86125"/>
                <a:gridCol w="3333750"/>
                <a:gridCol w="40481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来源信息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容易写错的记忆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更忠实的记录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用户说“这次先给方案”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用户所有任务都要先看方案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本次任务要求先给方案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排查中“怀疑缓存导致”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缓存就是根因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尚未验证，保留待查项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用户明确更正负责人为 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继续引用旧负责人 A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记录更正、范围与来源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6119E-19C9-4CB6-B05F-A33974C3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记忆应区分事实、建议、假设与用户决定。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DA968-3598-47F3-8846-633CB41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7858e28fcf646ab"/>
              </a:rPr>
              <a:t>源码  memories/stage_one_system_v2.md:1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53887-6BEE-444F-9CC2-7C754AE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023ed0d10a8478c"/>
              </a:rPr>
              <a:t>源码  memories/read_path_v2.md:1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CD6FA-D580-41F8-9FCA-62131CF3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630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88A91-1822-497F-85F2-5B7DB01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AC9FB-F788-4D5B-9F85-F1BEFDA4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写入：先提取，再合并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6027B-AC73-4A04-B861-F46E30A1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示例：一次 checkout 排查结束后，哪些内容能供后续任务使用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59DD0-BA66-4AE0-97DB-7D650EB4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选择历史任务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3FE0F-5E26-475D-9958-D27453B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后台挑选符合条件的会话，并认领处理任务。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FAD4C-B555-46F6-A11C-E73CAE2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提取任务摘要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69B6-13F1-4BDC-8DF6-FDB4DC9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记录查询过什么、证据在哪里、还有什么未确认。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3926-75B7-49D9-BF5D-6FBC9B07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合并已有记忆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EE398-8D38-4707-87D5-DEA75B45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与旧摘要比较，保留适用范围，处理更正和重复内容。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5B69E-51CB-42CD-B2FD-A2EB494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后续按需读取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17E74-ADE1-4F08-B67E-8B093C3C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新任务先找历史入口，再用当前工具核验状态。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34746-C28C-45C8-AA03-DB1622B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提取可受控并行；合并用租约协调。租约是有期限的处理权，避免同时更新共享摘要。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CF9AC-C362-447E-BE6F-DE8EADB0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f39e7be7f274dec"/>
              </a:rPr>
              <a:t>源码  src/phase1.rs:56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7829B-88E4-4349-A259-775AF17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f2c48fbb07644ef"/>
              </a:rPr>
              <a:t>源码  src/phase2.rs:49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453E7-B5F5-4045-8620-0241C234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530829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2A089-F73F-4444-AFC4-05D6D2C1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EA0A6-955A-480C-BC38-F5A2D1F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读取先找线索，再取证据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F310D-B8D8-45A3-932D-DF411963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知道“哪里有相关内容”，通常比一次塞入全部历史更有用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63795-6185-4115-8303-26F51BA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  看摘要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574D9-CCE5-418D-B30F-253FA88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找到“checkout 的历史超时排查”入口。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607ED-4969-4F38-B957-17E5500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  判断需要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1B9F4-971F-4316-BA1D-5248A2E5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只有补充细节会改变当前判断时，才继续读取。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BB8EE-6DD5-433E-9962-969490FA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  搜索或读取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9A445-1773-4644-AC38-2599830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定位对应文件与片段，控制返回规模。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5EA2D-C631-481C-AA35-AFF7B03C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4  核验现状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682B8-851C-4A42-88EE-BC92B4F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过去的结论只是线索，当前状态从工具重新确认。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7AB77-4650-4B9C-85E8-C20B358E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RAG 是检索后再生成。Memory 还要负责信息的写入、更新与纠正。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0B649-E0A6-48FD-99D9-D52DBF98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38d4b955f3b470a"/>
              </a:rPr>
              <a:t>源码  src/prompts.rs:35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4DD7A-85FA-4CB3-A8C1-50631D2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139ab2e8099404f"/>
              </a:rPr>
              <a:t>源码  local/search.rs:17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BE386-B53B-42CD-9CF7-87AF50A3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840850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79BC7-185B-4243-B564-7EE6E65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3DF9-E64F-4655-AC00-F19E0AC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更正：保留范围与新来源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5FF9-3FA2-44A3-82E6-42886E87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沿用同一服务：用户明确说明 checkout 负责人从团队 A 改为团队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2BA37-4775-48E5-872F-073A428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记录更正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01379-AB42-415C-AE53-D665895D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旧信息：checkout 由 A 负责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F97FA-F7BE-4DE8-A66D-0F9E98A1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新来源：用户明确更正为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612C4-B7F8-4D8D-93D7-E6A5567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追加更正笔记</a:t>
            </a:r>
          </a:p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保留服务范围和来源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08FFA-ED9E-47D7-8FB6-B75D753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合并后再使用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B9C91-4EB9-4AE6-80E0-5495DA5D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合并流程处理被替代的旧结论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2158C-731E-44DE-A73F-E1267D99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新任务读取时，应得到 B</a:t>
            </a:r>
          </a:p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语义是否正确仍需评估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71B59-4D83-44B0-9AC1-3825325E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当前值班人可能再次变化</a:t>
            </a:r>
          </a:p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执行前查询权威来源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0A1C8-72D9-42E1-99F2-FF28A0D2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写下更正、合并完成、后续正确使用，是三个需要分别验证的环节。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EF6D1-179C-4F18-B96C-EC6E2C9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ddaffce38b84b5a"/>
              </a:rPr>
              <a:t>源码  memories/read_path_v2.md:1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3CF57-330F-4993-BE05-DE447727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07b3cc691fa452b"/>
              </a:rPr>
              <a:t>源码  local/ad_hoc_note.rs:17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77E18-F926-49F5-85C8-115C834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926677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36DF7-2C47-4E70-A3D7-5D0D98C0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95781-B248-4233-B227-CD7644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练习：这条信息该放在哪里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E40D3-BEFC-4676-8014-F6994A5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用 Context、Rollout、Memory 检查自己的理解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A7D5E-5371-4755-AABF-3113947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60CD9-44AC-408F-A5C1-4E87894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3362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刚查到：10:05 的超时次数为 27（教学数据）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73D37-893B-4A08-B7C9-9EC62434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A387C-2C6A-4D88-95D7-2EFC5641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用户明确约定：这个项目的报告统一使用 UTC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DBD9D-B26A-4901-808E-07CAABA6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58BE8-A49E-41B6-919D-E0D1B3D7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957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这次任务发起过哪些工具调用，分别返回了什么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ADD81-5464-49DA-A6E4-37DADCC8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哪些要带进当前请求？哪些值得长期保留？这些分类能否重叠？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5D4BC-2E43-4D6F-937D-845EDD53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1dc2a80aa9a4c4e"/>
              </a:rPr>
              <a:t>源码  memories/stage_one_system_v2.md:1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073F8-C6C5-48F5-BF27-88CDB4ED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986bb3c9f4b4034"/>
              </a:rPr>
              <a:t>源码  memories/consolidation_v2.md:1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F6101-6F06-433B-B86E-018ED9B6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9730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18C19-054F-41BF-9455-27D396C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CCCFB-C070-4DD4-948D-DDCC28A4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第三章复习 A：上下文与状态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BFA57-2D54-469E-9F4B-A78C739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DA2FD-C7EF-4B80-8C27-F8CCF3A1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79D7E-3B63-4806-BC42-A02E78B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组织输入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100A1-ED3C-489B-9FAA-8E92F854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工具说明、旧日志、新观察都很多时，当前请求必须保留什么？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1CE1D-7CAA-426E-8D5A-3C17CE5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34625-32F0-43E1-9331-E82F744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截断与压缩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D182D-96AB-4687-B084-E94122D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一次返回巨大日志、任务历史积累太长，分别怎样处理？哪些信息不能丢？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68237-2FC4-4026-AE46-0197F04F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DA54A-8D63-47E2-87BB-10BE333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连贯与缓存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15A23-F5C8-43BD-9148-64BFA086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只剩工具调用、缺少结果时怎么办？为什么不宜频繁重排旧历史？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AAD90-92AF-4F06-A599-4EBCFB2F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295AB-6308-4193-8E14-348EE76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区分用途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970D1-F5C7-4CE3-A217-8403608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本次错误数、完整调用过程、项目长期时间口径，分别属于哪种状态？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10E7F-E367-424F-B735-F50956F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8A2EE-3CD5-41A3-8176-47F3FA9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037064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4296D-169D-4CCC-B28D-5EF83D8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45604-0DD9-49A7-AA61-A89A03D4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第三章复习 B：记忆的生命周期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8F516-BB37-4D36-90DE-5671864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8DDF-FC61-4EBB-8D12-645DCB38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C552D-9866-4523-98DD-5A163CE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保留语义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290A1-7F64-478D-92DB-1D5D0044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“这次先给方案”和“怀疑缓存导致”能写成什么记忆？不能写成什么？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07149-F75E-41C7-8648-163E2BA0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92E12-801A-40A1-9D65-386F5483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写入分工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DD9F-8B5B-441E-89A4-249380F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为什么先提取每段任务，再合并共享摘要？并发合并要解决什么问题？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AA9D1-3B80-4DE2-9A20-7CCEDD8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E6EF4-DB7F-465E-9347-2520955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按需读取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A49DC-613D-415B-A7D5-603D35D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Memory 与 RAG 有何关系？旧记录说负责人是 A，能否直接当作当前事实？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2812D-0076-41A9-960E-4DF9DC7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964D5-5D0B-4ECA-93AC-CD7A466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更正与验证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C80CB-31A0-4E34-A657-2BE3712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负责人改为 B，写下一条更正就完成了吗？怎样验证后续使用正确？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22518-76A5-47BC-A388-4E0F694A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40482-7209-4EEE-A574-B146B6D8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216570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90A45-AFB3-4900-9100-23BE9543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F3C12-6AE8-428E-8369-61EB36A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任务恢复：先确认已经发生了什么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5D87-856B-48E4-891C-8839C5A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仍以只读排查为例：查到日志后进程中断，恢复时怎样继续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8DF01-13FE-461E-9CA3-F8793C9C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读回记录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DD834-4954-470F-BE93-E5466060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恢复用户目标、已发出的调用，以及已经保存的结果。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E1E00-613E-47C9-8422-FB9E36A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检查配对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71A97-9247-4110-B012-FAB7ECA5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有调用却没有结果，要明确标记中断或未知状态。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3C109-AD34-407A-82F3-251AEB22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判断时效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7343-F0B0-48B5-90FC-C347F25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旧日志仍可追溯，当前指标可能需要重新查询。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BC313-80A4-4820-8CC2-73454C76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继续请求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11BEF-1BDF-42DA-BA64-19963366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带着恢复后的上下文，让模型判断还缺哪些证据。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0EA01-4F6E-46F4-A91B-20ED9AFC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恢复会话记录，不会自动恢复外部世界。写操作还必须确认结果或使用幂等机制。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287D8-A6B8-4E1E-A750-F09D1CC8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c8966a2a56042ad"/>
              </a:rPr>
              <a:t>源码  src/recorder.rs:1035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0C028-790E-4D1F-BEA4-F379102B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d417b42b2244c0c"/>
              </a:rPr>
              <a:t>源码  suite/resume.rs:57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C6E24-E525-40A7-92EE-1BD23A0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94826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3D1DF-8441-4057-BC1F-F4FF20B6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2F8F3-263E-4E52-A680-A35D6C4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程序正确与任务有效，需要分别验证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326C3-9096-4052-B603-2D45F9DB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恢复测试验证程序状态，任务评估验证工具选择和结论质量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476750"/>
                <a:gridCol w="38576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测试层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要回答的问题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可以检查的证据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工具契约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输入、错误和单位明确吗？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非法参数被拒绝，空结果可区分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Harness 集成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调用和状态转换正确吗？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实际发送的请求与持久化状态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真实模型评估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工具和结论选对了吗？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固定任务集及人工验收条件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运行监测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上线后是否出现退化？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耗时、失败原因与质量抽查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7B2EC-F150-4524-8B74-BE0CB1B3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固定输入与工具数据，让失败更容易复现，也更容易判断改动的影响。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1C54-C8D2-4B02-9707-39B104DA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ae68d7a7ce14185"/>
              </a:rPr>
              <a:t>源码  common/responses.rs:1108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5115D-C659-4387-8A85-387FEF2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b5d759a721241a8"/>
              </a:rPr>
              <a:t>源码  suite/tool_parallelism.rs:226–301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47731-1C29-449D-ACC8-7990898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36296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DD865-FF3E-43F0-8999-3D23202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68CC5-6EAA-4EC5-A0FD-27659E1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完整测试例子：三次调用，三份对应结果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C2EC0-8D0D-4154-9EA6-A7EC649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Mock 是受控替身；SSE 是服务端事件流。这里用模拟事件流固定模型响应。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857750"/>
                <a:gridCol w="3714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测试步骤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具体安排与观察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给定输入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用户要求执行三次 shell 命令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任务进入真实 harness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模拟响应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调用编号：call-1、call-2、call-3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 exec_command 的 echo 命令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检查下一请求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捕获程序发给模型的调用和结果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 3 个，结果 3 个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核对组织与配对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调用在前，结果按 call_id 顺序配对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漏结果、乱序或错配会失败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44652-9020-40C6-BDFE-80DD4C0D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此例验证运行时传递是否正确。真实模型会不会选对工具，仍需单独的任务评估。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61DEC-6CA9-4025-9107-A7E51D54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2e6ab34e53e44fd"/>
              </a:rPr>
              <a:t>源码  suite/tool_parallelism.rs:226–301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77C15-0F29-4CBA-B7FE-4C50BC06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e8d1dba1c4c438b"/>
              </a:rPr>
              <a:t>源码  common/responses.rs:1108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2A491-17FF-4232-AA48-50FD7321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629660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59C13-818A-4A7C-A148-5AEF1B0C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2CC06-A501-4250-B70D-C222F667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记忆测试要跨越多个任务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8D30A-AC3A-488B-9A24-295AFA0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只验证“文件写成功”，还不能说明后续使用正确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762500"/>
                <a:gridCol w="4000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输入或变化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需要验证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记录服务由团队 A 负责，并保留来源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摘要没有扩大适用范围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用户更正为团队 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更正进入合并流程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询问该服务负责人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使用新信息，不重新引入旧结论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A60C7-9FBD-4D62-BD2D-501CF9F2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这是语义评估案例。路径隔离、输入变化和产物恢复仍需单独的工程测试。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44E7-6820-4279-A3C0-7BD8EED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894602951814644"/>
              </a:rPr>
              <a:t>源码  src/tests.rs:344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EB74-7008-4113-A4F5-DDCE1948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bdae7c5c8eb4891"/>
              </a:rPr>
              <a:t>源码  src/startup_tests.rs:356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C15B-321A-4352-A97F-BCFF946F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786118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3CBA2-F345-4328-9B16-32EB1E96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024A9-73D9-41F4-9F95-F3AD15B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先定义“做对了”再比较效果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21B6A-46F4-4CFC-8445-CA2140C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一份可重复的任务集，比笼统的“看起来更聪明”更有用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5095875"/>
                <a:gridCol w="37623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维度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怎么判断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不能忽略的情况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任务完成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逐项检查预设的验收条件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证据不足时，承认未知也可能正确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证据质量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核对关键结论与引用证据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错误归因、过期记忆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执行边界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检查授权动作与实际动作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越权操作应单独统计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成本与耗时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 token、工具次数和时延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结合质量看，不能只追求少调用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3ABDC-E084-425B-9970-2932162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改变模型、提示、工具或 Memory 后，都用相同样本再比较。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98D82-404F-455B-AD2A-50E934E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2bb2a2d41e34c4f"/>
              </a:rPr>
              <a:t>源码  context_manager/history.rs:345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4D02-B66B-4D3C-8FFB-63559572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aa8b013370241f4"/>
              </a:rPr>
              <a:t>源码  tools/orchestrator.rs:122–202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4A45B-EC57-421B-8EA3-2E38F77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135420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87974-B986-4F60-97EA-444BE39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8C31F-FA80-4B29-AD42-84087D31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自己的 Harness 可以先拆成四个模块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C22E8-CEEA-4899-A10A-4DE2287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以下是建议的逻辑模块，可先放在一个进程中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4429125"/>
                <a:gridCol w="3714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自己的模块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最小职责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优先验证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 + runner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封装模型响应，驱动循环与停止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调用工具后能够继续一轮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tools + policy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注册工具，校验参数和权限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未知工具与越权调用被拒绝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state + context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保存事件，构建有界模型输入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结果配对，中断后可恢复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tests + evals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固定响应测程序，真实模型测任务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失败可复现，结论有证据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1319A-7FA8-452B-8D3A-0019720A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先建好这些边界。Memory、工具发现和多 Agent 在出现明确需求后再加入。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5D31-29F4-4C30-AB8A-19F68446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9fe8234183f4e12"/>
              </a:rPr>
              <a:t>源码  session/turn.rs:512–563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764DC-B93A-402C-91F7-4E1277EC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e4dfb444a5c4418"/>
              </a:rPr>
              <a:t>源码  tools/orchestrator.rs:122–202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B4757-B1D9-4953-827F-11ACCE49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0556661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3D5A7-4F80-4301-8834-2FA0D9C4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8988E-80A3-420A-917F-8EACFCF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第四章复习：可靠性如何证明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A5369-EEBE-4E9B-A22E-576BDC3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B756B-905E-44B4-8A35-87E8671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ACAA7-E45A-4940-A054-2696AFE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56569-73FE-45C1-8538-0CB2A53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进程在工具执行后、保存结果前崩溃，恢复时可以直接重放吗？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5B752-CC67-4E1A-9667-EE10F915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07723-3872-4CA7-A965-133A8F0C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测试边界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42011-92D1-439C-B5C5-936649D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三次调用的集成测试固定了什么？检查了什么？仍不能证明什么？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A59EA-BAAC-4553-A439-FBC09776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1BEC0-6BA7-4BD2-9E47-BA0EE314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回归与监测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E28C5-4E6B-439E-A7DE-BB671CF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换模型或提示词后，怎样判断更好了？为什么还需要上线监测？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6DFDC-87D1-458C-9107-55881A7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8BBC5-7E2A-4B1D-BA0C-C1A0FFBF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最小系统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08B33-8197-4783-85BB-0044DF35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第一版必须有哪些模块？哪些能力可以等实际需求出现再加？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58B24-8DB9-4D16-BBD9-7BC5708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F9915-C4FE-4995-8AE4-5B0FB303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928946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2462A-27B7-43A8-B684-6B7837C3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1853D-22FE-4F9A-9E39-1410B52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行情试点：解释一段延迟异常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564EB-D5F8-4875-9B51-8E41DFE1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教学任务：venue-X / instrument-A，指定 UTC 窗口内接收至落库延迟升高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0D669-C081-4AFC-B6A5-C5CF1824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Agent 的任务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3D152-05D9-4CE0-B722-A93570DD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核对范围和延迟定义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424BA-6C36-446B-AB7B-2654B95E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按证据选择下一次查询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58A3F-F90A-48DE-890B-B6B39CC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交付事实、候选原因与缺口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724A4-97B8-429E-9752-D9D8ED7C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0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业务系统提供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B9DDA-FAE3-4154-AFB6-B53F06E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关联同一条行情的事件标识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B17C3-7B9D-4657-9521-744DCB3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4807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各处理阶段的时间与状态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2E61E-3A89-43B4-AE8D-2626672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可复查的数据来源与查询接口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A9B70-4BF5-44D7-987F-D82DFB3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先做只读排查：报告能被复核才算完成。采集、计算与分发继续由业务系统执行。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48688-4123-4965-9B67-0D1D97B2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dd4aa09742648ca"/>
              </a:rPr>
              <a:t>源码  session/turn.rs:512–563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5FC96-5F00-47CD-BEAF-DE4F7280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f78b341a1bf4b88"/>
              </a:rPr>
              <a:t>源码  tools/orchestrator.rs:122–202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E7577-2F27-4136-AED4-6F34242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546906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14C20-543E-4767-8B5D-64BDC144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54A1A-06F9-4B82-9B4E-BE660152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三个只读工具，分别取得什么证据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3B2C0-B3D7-47CE-A99E-9349F5A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分位数描述数据分布，例如 p95 表示约 95% 的样本不超过该数值。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2952750"/>
                <a:gridCol w="4476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工具与用途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主要输入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必须返回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get_sample_trace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查看单条处理过程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事件标识、链路标识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阶段时间、时钟来源、缺失字段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get_window_stats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检查异常覆盖范围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品种、时间窗、统计口径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样本数、分位数、数据覆盖情况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get_changes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核查可能相关的变更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服务、时间窗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变更时间与对象、记录来源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FB87A-B6B9-4830-98F5-03FBFCC4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所有结果都带查询范围、来源与查询时间。空结果、部分缺失和请求失败分别表示。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D80EC-6289-4426-9A58-0484C0A7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633efa1010145a3"/>
              </a:rPr>
              <a:t>源码  tools/router.rs:37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176B7-A0CC-4F30-8F5B-F7F13AC8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c4d4917ba446da"/>
              </a:rPr>
              <a:t>源码  tools/orchestrator.rs:122–202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5F4F0-6CF0-43DF-B534-4D659C7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380570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5EEEA-408F-48DF-B4CB-BB4748DE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616A8-855E-4974-9749-A590608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一条样本能定位慢在哪，不能证明根因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62AE0-EA83-4A87-9EF8-32B84E6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教学样本 E-17：时间来自同一套可比较的时钟，属于同一事件，单位 ms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3238500"/>
                <a:gridCol w="4476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处理区间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相对时间与耗时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这份证据支持什么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接收至入队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至 3，耗时 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该样本入队前耗时较小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入队至出队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至 183，耗时 180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该样本主要耗时在队列等待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出队至持久化确认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183 至 195，耗时 12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接收至确认共耗时 195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F51A3-CC9A-4472-AD2D-9F5E1BA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下一步查窗口统计与消费能力。单条样本不能代表整段窗口，也不能证明 CPU 是根因。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E1BA3-97AB-426E-9B30-4A34E700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c613bf84c074f9f"/>
              </a:rPr>
              <a:t>源码  session/turn.rs:512–563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6B68-E598-46C6-A853-3663D6C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8a4642744ad42e0"/>
              </a:rPr>
              <a:t>源码  tools/router.rs:37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8B9D3-DE03-4512-A222-AFD7A4C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772827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8CDCE-9979-4522-9B0B-7CBFFF83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7B46B-124A-4491-88DF-A76CA5AB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怎样验收这位行情排查助手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1AB08-3E10-4347-8F2F-3BCBBFA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固定数据快照，检查结论、证据与行动是否符合预期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4286250"/>
                <a:gridCol w="3429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测试情形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合格的回答或动作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不能接受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只有 E-17 单条样本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指出样本等待 180 ms，继续查范围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直接断言整个系统故障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时间缺失或时钟不一致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说明无法计算，列出需要补查字段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把缺失当作 0 或直接相减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统计查询失败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记录失败，结论保留覆盖范围缺口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声称窗口内没有异常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历史记录与当前证据冲突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核对来源与时间，重新查证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照搬旧根因或自动重启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ED955-8FE9-4A35-96D6-FA8414A2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结论要带事件或数据来源。允许报告“证据不足”，禁止用猜测补齐因果关系。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D5B2B-1E36-4C80-8966-8DE38292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77e7912b9e94610"/>
              </a:rPr>
              <a:t>源码  common/responses.rs:1108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BB497-D927-458A-BDEC-8390A1D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7ebc07103c84510"/>
              </a:rPr>
              <a:t>源码  suite/tool_parallelism.rs:226–301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104A9-C3BF-4262-8E44-A220D6E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1978443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3262A-B387-4064-9789-7131791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BDBE6-3AC8-47A0-A8F3-C027EF58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第五章复习：用证据排查行情延迟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4E0B0-2F6A-4F4D-B815-85CD65AE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95F00-15D0-48D9-8B45-7C1C218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34399-6728-4A13-B5D8-BED475A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系统分工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FAF77-AC9B-477C-8E68-98E30436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行情链路和 Agent 各负责什么？给一个可验收的只读任务。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3194E-D175-4D51-A9CA-38940E5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C8E80-FA96-4DD2-9184-993C4904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工具与口径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10A4B-6C21-4495-97E5-2B2064BD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查样本、查窗口、查变更分别证明什么？p95 能否按阶段相减？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DFE9A-1F10-4372-94F6-0C56F29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B568D-38C8-4299-A81A-7E4A6EB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样本推断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57AAC-F311-4D72-8A02-D0430F2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E-17 的三段耗时是 3、180、12 ms，你能得出什么？下一步查什么？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95DE5-A5E8-4CDD-BE63-7F46236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12FB3-4899-425E-88AE-BA29417A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失败验收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F657F-0376-4007-8369-4ED44DD5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统计查询失败，旧工单却给出熟悉的根因。合格报告应该怎样写？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532C0-07FB-4979-96D5-87E8755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06786-C002-4DDB-BA63-168B7CA6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64318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2936F-E4AC-4C82-AD1C-15815B63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719B1-B9E7-4F26-A0FE-B6FAA93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先定义数据接口，再写执行循环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6A17A-1EE0-4A17-AB11-3593E925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教学接口，字段可按技术栈调整。工具定义、调用和结果应能独立测试。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23900" y="2066925"/>
          <a:ext xmlns:a="http://schemas.openxmlformats.org/drawingml/2006/main" cx="106680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572000"/>
                <a:gridCol w="3619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至少表达什么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避免什么问题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ToolSpec 工具定义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名称、参数结构、执行入口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模型调用不存在的能力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ToolCall 工具调用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call_id、工具名、参数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执行对象和参数不明确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ToolResult 工具结果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call_id、状态、数据或错误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空结果与失败混为一谈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TaskState 任务状态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目标、事件、预算、停止原因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过程不可追溯，无法恢复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3777A-6B3E-447A-A43E-D327865C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业务查询结果再补来源、时间与截断标记。工具执行后的事实始终以真实结果为准。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D82B7-0151-448A-AAD5-A89C13E2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124d97d640c41f8"/>
              </a:rPr>
              <a:t>源码  tools/router.rs:37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23E16-2E69-4C6F-AA1B-F55B335C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670c1fa5e9c47f3"/>
              </a:rPr>
              <a:t>源码  context_manager/history.rs:400–453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F8F25-C9DD-4E0C-B5D0-01537D83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944528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79C9E-F236-45BA-AC65-F0306FC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EBB06-B71E-4186-8657-D2C26071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四步完成自己的第一个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0BF03-CE84-4DDC-9CA0-8EFC539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每一步都有可观察的验收结果，完成后再增加下一项能力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AC2C1-EFA3-40C4-923A-37DE560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  跑通往返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5BC6C-A046-42FA-8AB0-869B91D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288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一个模型、一个只读工具；结果进入下一次请求。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D6D57-BB38-46D7-8097-D13DA69D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  管住执行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7B37-23EE-4DC2-BA4D-A1007C66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未知工具、非法参数被拒绝；预算耗尽能停止。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30FB6-74F3-4A7E-9C0E-7E76758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  保存与恢复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7094C-4D1B-44EC-946D-6354D33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中断后目标与记录可读回；缺失结果有明确状态。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60BCE-CA84-4250-B767-D39E9C2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4  测试再试用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96161-3E85-46CA-A3B0-1EB8F09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57700"/>
            <a:ext cx="7800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固定响应检查配对；真实任务检查结论与证据。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39707-F37E-477D-9130-149DD57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先用固定工具数据完成验收，再接真实后台。第一版可以暂不加入长期记忆。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461D9-048C-4237-B176-E49F9AF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1772ceb06e04bd6"/>
              </a:rPr>
              <a:t>源码  suite/tool_parallelism.rs:226–301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206D9-0AF3-435B-8CE4-78A35AC5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7ff175e6a794738"/>
              </a:rPr>
              <a:t>源码  common/responses.rs:1108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F052A-4E50-4F47-8CF6-286578C4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53873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9A508-7ED7-4164-8BB8-C57A8B6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9489B-6290-4865-8878-E46D321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源码走读地图：位置、范围与阅读目标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09321-F762-439C-BF09-BB6B6A2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先看职责，再读指定片段。链接会高亮起止范围，备注说明上下游与迁移边界。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0E388-85F3-4AA2-8518-35AB003D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任务循环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14038-ED7F-4F7D-9933-9FB5F8A9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0aa502174754720"/>
              </a:rPr>
              <a:t>codex-rs/core/src/session/turn.rs:512–563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3D2DB-0567-4793-AFBE-C2138D9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先看构造请求，再看继续条件；走读见第 42 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0F8D8-F658-4265-93EC-7174DFE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工具执行入口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1DC9B-CBCF-445A-B88F-EB33570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e0e145fd14542a9"/>
              </a:rPr>
              <a:t>codex-rs/core/src/tools/orchestrator.rs:122–202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53B75-FDB9-46EA-A4C0-BE0A0E3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先看权限分类与拒绝分支，再追实际执行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29BB3-85E6-4334-8ACE-C43FA90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模型可见历史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8F2FF-EDAC-4B8F-A31A-A233EED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5d43d7fb9694b6b"/>
              </a:rPr>
              <a:t>codex-rs/core/src/context_manager/history.rs:400–453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27332-8A1E-4ECE-93A6-ED81B441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先看复制、截断与追加；走读见第 43 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0A024-B30D-4668-981D-E50DB5B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集成测试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8CA8D-2E57-4DB5-B908-1263F5AE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5295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743f5ded9814939"/>
              </a:rPr>
              <a:t>codex-rs/core/tests/suite/tool_parallelism.rs:226–301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CC81F-17A5-45FC-9B27-3D377B74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76800"/>
            <a:ext cx="766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安排 232–255；运行 257–259；断言 276–297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E8F0D-D569-4C76-A6BF-41C5E4C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每处都问：输入是什么？保证了什么？如果删除这一步，哪种场景会出错？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DD6A0-249E-4FE3-ADFF-7BB1F26C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80101529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427A4-6350-41A9-AB8E-38F382B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1C5ED-5134-4BAF-BDAF-1FAC2CBD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走读一：谁决定任务还要继续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B7C3E-C31D-4FDE-BBCC-0D05F6A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位置：run_turn 已完成一次模型请求，正在判断下一轮。源码节选，省略中间分支。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95C00-92C1-4002-8886-555E1CCF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turn.rs：第 563 行与第 640 行起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1B8DA-F561-4AD6-AC96-F952AA5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191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needs_follow_up =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model_needs_follow_up || has_pending_input;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省略压缩等分支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!needs_follow_up {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last_agent_message =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sampling_request_last_agent_message;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接下来执行停止 hooks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F810C-E784-472F-9D5C-7DE36F1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读懂这两个条件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0C50-4F5C-4035-8F53-8277DD1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model_needs_follow_up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模型请求结果要求继续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1BC6F-A883-4068-A25E-144C7B3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has_pending_input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还有用户或外部输入待处理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5E265-C452-4882-A231-488DE05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进入停止处理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仍要检查 hooks 等后续逻辑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1D933-F7D7-4F04-A47F-AF3EE72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可迁移的原则：任务完成由模型结果和运行状态共同决定，不能只看一段“完成”文字。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A519-96F2-4718-A2F9-6AD0CEC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95175c1aa8548cb"/>
              </a:rPr>
              <a:t>源码  session/turn.rs:512–563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DFB48-D3A6-4D3A-83C6-25FDD621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959ec119fb04ffa"/>
              </a:rPr>
              <a:t>源码  session/turn.rs:640–658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9F91C-5C4A-42C4-9CC9-DFEBB4F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9559233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968A-3288-4550-9774-89BD621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42F97-965A-4F38-A557-48EBAB1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走读二：工具输出怎样进入上下文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68D61-039D-4A36-9BF4-12661D31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位置：ContextManager 记录条目时。节选保留调用名，省略分支，换行作了调整。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83319-534B-4F5D-AD7B-28E68D22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14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history.rs：第 433–445、453 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5CF2E-94A7-4B9F-BF19-9786CF0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191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mut processed = ResponseItemEnvelope {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item: item.clone(),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metadata: metadata.cloned(),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};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仅在工具输出分支，确定 policy 后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truncate_function_output_payload(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output, policy, estimate_audio_token_count);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</a:t>
            </a:r>
          </a:p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Arc::make_mut(&amp;mut self.items).push(processed);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AD0C8-E601-4314-B68B-F2860E2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09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三步各自保证什么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7582-7601-4687-9C97-6BEA078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clone：复制条目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在处理后的副本上工作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C74D7-7A17-4250-A127-B580DF59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6712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truncate：应用规模限制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避免单次输出挤占上下文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15D2A-CAD9-487E-BF1E-CB143A2E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push：追加处理后条目</a:t>
            </a:r>
          </a:p>
          <a:p xmlns:a="http://schemas.openxmlformats.org/drawingml/2006/main"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供后续构建模型请求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CD4E9-572D-4690-988E-D34FAA8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迁移时先定义上下文入口的大小限制，再保留原始证据的外部查询方式。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674D8-E2F4-4CB8-A600-71F9B669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e776a5ff0e744b9"/>
              </a:rPr>
              <a:t>源码  context_manager/history.rs:400–453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79B6C-2BA5-4CF4-9829-2AA94C92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6498726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DF52E-03A5-43E9-88A6-A2E2335A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A1663-4D36-40F9-9C6C-7CA9752A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第六章复习：把源码变成自己的设计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74710-DAFA-4278-A8AD-4BE71FB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E7C33-A9E7-493C-BCF4-A08F0575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48F37-2A5E-4C0A-B06E-9CD50C9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接口设计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E5C0-16D1-4DB5-A4D7-CD05142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ToolSpec、ToolCall、ToolResult、TaskState 各保存什么？执行入口检查什么？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623EA-7CA6-427F-8A4E-5968F4F7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48FEE-5F68-4F46-8FAC-E65AEAC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任务继续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C0465-213C-4985-AC0A-A8172D16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模型不要求继续，但还有待处理输入时，needs_follow_up 应是什么？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CA1FC-45B3-4DFD-A748-D71477E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27223-BBD9-4A4C-ADF2-FAD7C86D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上下文代码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668AF-702E-4507-9FBD-9D26E303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clone、truncate、push 分别做什么？push 后能否认定证据已保存到磁盘？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B142D-E71E-401A-AC3A-6F9A5FE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F0FE-F384-4FFD-A9A4-7C513BD4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实践交付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375C7-94DE-4B75-97B0-828D4BCE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976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只给你一个只读工具，怎样分步实现并证明自己的 Agent 可用？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A553A-B091-4F52-A7B0-020E9497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自测标准：不仅能说“怎么做”，还要说明“为什么”以及“做错会怎样”。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82611-8DDC-40AA-93DD-E7A1BB42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31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273147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2026-09-24T03:09:07.6140000Z</dcterms:created>
  <dcterms:modified xsi:type="dcterms:W3CDTF">2026-09-24T03:09:07.6140000Z</dcterms:modified>
</coreProperties>
</file>